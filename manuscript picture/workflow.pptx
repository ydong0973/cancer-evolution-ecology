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71" r:id="rId2"/>
    <p:sldId id="273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862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08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355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F7E48-508B-EF66-4B66-FB0F8D4FC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>
            <a:extLst>
              <a:ext uri="{FF2B5EF4-FFF2-40B4-BE49-F238E27FC236}">
                <a16:creationId xmlns:a16="http://schemas.microsoft.com/office/drawing/2014/main" id="{0E987EA4-F647-AA33-5EF1-CBFA300C5D57}"/>
              </a:ext>
            </a:extLst>
          </p:cNvPr>
          <p:cNvSpPr/>
          <p:nvPr/>
        </p:nvSpPr>
        <p:spPr>
          <a:xfrm>
            <a:off x="122548" y="790685"/>
            <a:ext cx="8946038" cy="322217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3" name="Shape 2">
            <a:extLst>
              <a:ext uri="{FF2B5EF4-FFF2-40B4-BE49-F238E27FC236}">
                <a16:creationId xmlns:a16="http://schemas.microsoft.com/office/drawing/2014/main" id="{5F5DEFFD-EBA9-2752-B0E8-568650986599}"/>
              </a:ext>
            </a:extLst>
          </p:cNvPr>
          <p:cNvSpPr/>
          <p:nvPr/>
        </p:nvSpPr>
        <p:spPr>
          <a:xfrm>
            <a:off x="7825863" y="2002996"/>
            <a:ext cx="1141529" cy="1094096"/>
          </a:xfrm>
          <a:prstGeom prst="roundRect">
            <a:avLst>
              <a:gd name="adj" fmla="val 12308"/>
            </a:avLst>
          </a:prstGeom>
          <a:solidFill>
            <a:schemeClr val="bg1">
              <a:lumMod val="95000"/>
              <a:alpha val="95898"/>
            </a:scheme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2" name="Shape 5">
            <a:extLst>
              <a:ext uri="{FF2B5EF4-FFF2-40B4-BE49-F238E27FC236}">
                <a16:creationId xmlns:a16="http://schemas.microsoft.com/office/drawing/2014/main" id="{50C7D68A-E297-BEB7-02C7-50BC919B4251}"/>
              </a:ext>
            </a:extLst>
          </p:cNvPr>
          <p:cNvSpPr/>
          <p:nvPr/>
        </p:nvSpPr>
        <p:spPr>
          <a:xfrm>
            <a:off x="5512435" y="1724362"/>
            <a:ext cx="2028445" cy="1670588"/>
          </a:xfrm>
          <a:prstGeom prst="roundRect">
            <a:avLst>
              <a:gd name="adj" fmla="val 12308"/>
            </a:avLst>
          </a:prstGeom>
          <a:solidFill>
            <a:srgbClr val="F7F5DE">
              <a:alpha val="0"/>
            </a:srgb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1" name="Shape 5">
            <a:extLst>
              <a:ext uri="{FF2B5EF4-FFF2-40B4-BE49-F238E27FC236}">
                <a16:creationId xmlns:a16="http://schemas.microsoft.com/office/drawing/2014/main" id="{2DEE9611-5CDB-3B91-2477-9C082B8DF56C}"/>
              </a:ext>
            </a:extLst>
          </p:cNvPr>
          <p:cNvSpPr/>
          <p:nvPr/>
        </p:nvSpPr>
        <p:spPr>
          <a:xfrm>
            <a:off x="3656554" y="1737072"/>
            <a:ext cx="1587236" cy="1657878"/>
          </a:xfrm>
          <a:prstGeom prst="roundRect">
            <a:avLst>
              <a:gd name="adj" fmla="val 12308"/>
            </a:avLst>
          </a:prstGeom>
          <a:solidFill>
            <a:srgbClr val="F7F5DE">
              <a:alpha val="0"/>
            </a:srgb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ECEDB44-42BE-71E7-1AF9-BD1417ABE33B}"/>
              </a:ext>
            </a:extLst>
          </p:cNvPr>
          <p:cNvSpPr/>
          <p:nvPr/>
        </p:nvSpPr>
        <p:spPr>
          <a:xfrm>
            <a:off x="176608" y="1979939"/>
            <a:ext cx="1280190" cy="1094096"/>
          </a:xfrm>
          <a:prstGeom prst="roundRect">
            <a:avLst>
              <a:gd name="adj" fmla="val 12308"/>
            </a:avLst>
          </a:prstGeom>
          <a:solidFill>
            <a:schemeClr val="bg1">
              <a:lumMod val="95000"/>
              <a:alpha val="95898"/>
            </a:scheme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0583D485-02FB-D0CC-17E7-90573FBFACBB}"/>
              </a:ext>
            </a:extLst>
          </p:cNvPr>
          <p:cNvSpPr/>
          <p:nvPr/>
        </p:nvSpPr>
        <p:spPr>
          <a:xfrm>
            <a:off x="172908" y="2179409"/>
            <a:ext cx="1287589" cy="53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User-specified model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any model class accepted</a:t>
            </a:r>
            <a:endParaRPr lang="en-US" sz="1300" b="1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  <a:ea typeface="等线" panose="02010600030101010101" pitchFamily="2" charset="-122"/>
              </a:rPr>
              <a:t>community()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901399D3-1EA5-5EA5-6C1A-9FC482F96945}"/>
              </a:ext>
            </a:extLst>
          </p:cNvPr>
          <p:cNvSpPr/>
          <p:nvPr/>
        </p:nvSpPr>
        <p:spPr>
          <a:xfrm>
            <a:off x="1717586" y="1724362"/>
            <a:ext cx="1649866" cy="1670589"/>
          </a:xfrm>
          <a:prstGeom prst="roundRect">
            <a:avLst>
              <a:gd name="adj" fmla="val 12308"/>
            </a:avLst>
          </a:prstGeom>
          <a:solidFill>
            <a:srgbClr val="F7F5DE">
              <a:alpha val="0"/>
            </a:srgb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EB293B96-D056-A1BD-505F-9076E69E0714}"/>
              </a:ext>
            </a:extLst>
          </p:cNvPr>
          <p:cNvSpPr/>
          <p:nvPr/>
        </p:nvSpPr>
        <p:spPr>
          <a:xfrm>
            <a:off x="3530232" y="1767478"/>
            <a:ext cx="1844903" cy="774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300" b="1" dirty="0"/>
              <a:t>2.</a:t>
            </a:r>
            <a:r>
              <a:rPr lang="zh-CN" altLang="en-US" sz="1300" b="1" dirty="0"/>
              <a:t> </a:t>
            </a:r>
            <a:r>
              <a:rPr lang="en-US" sz="1300" b="1" dirty="0"/>
              <a:t>Integrate dynamics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 err="1">
                <a:solidFill>
                  <a:schemeClr val="bg1">
                    <a:lumMod val="50000"/>
                  </a:schemeClr>
                </a:solidFill>
                <a:latin typeface="Calibri" panose="020F0502020204030204"/>
                <a:ea typeface="等线" panose="02010600030101010101" pitchFamily="2" charset="-122"/>
              </a:rPr>
              <a:t>integrationParams</a:t>
            </a:r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()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coD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yn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()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ctr"/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D430FFBF-3F65-CB05-7E22-2C05FF0E8915}"/>
              </a:ext>
            </a:extLst>
          </p:cNvPr>
          <p:cNvSpPr/>
          <p:nvPr/>
        </p:nvSpPr>
        <p:spPr>
          <a:xfrm>
            <a:off x="1727123" y="1705816"/>
            <a:ext cx="164736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300" b="1" dirty="0"/>
              <a:t>1</a:t>
            </a:r>
            <a:r>
              <a:rPr lang="en-US" sz="1300" b="1" dirty="0"/>
              <a:t>. Introduce mutant</a:t>
            </a:r>
          </a:p>
          <a:p>
            <a:pPr algn="ctr"/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m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utation</a:t>
            </a:r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Generator()</a:t>
            </a:r>
            <a:endParaRPr lang="en-US" sz="1300" dirty="0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993CFA6F-DAFE-59CD-310A-08047E139F31}"/>
              </a:ext>
            </a:extLst>
          </p:cNvPr>
          <p:cNvSpPr/>
          <p:nvPr/>
        </p:nvSpPr>
        <p:spPr>
          <a:xfrm>
            <a:off x="5539126" y="1714723"/>
            <a:ext cx="2006624" cy="576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3. Prune extinct phenotypes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b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elow</a:t>
            </a:r>
            <a:r>
              <a:rPr lang="zh-CN" altLang="en-US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extThreshold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Text 20">
            <a:extLst>
              <a:ext uri="{FF2B5EF4-FFF2-40B4-BE49-F238E27FC236}">
                <a16:creationId xmlns:a16="http://schemas.microsoft.com/office/drawing/2014/main" id="{1E20524C-C082-2572-FB87-DAAD4C712C88}"/>
              </a:ext>
            </a:extLst>
          </p:cNvPr>
          <p:cNvSpPr/>
          <p:nvPr/>
        </p:nvSpPr>
        <p:spPr>
          <a:xfrm>
            <a:off x="7856096" y="2128365"/>
            <a:ext cx="1111296" cy="635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300" b="1" dirty="0"/>
              <a:t>Evolutionary</a:t>
            </a:r>
            <a:r>
              <a:rPr lang="zh-CN" altLang="en-US" sz="1300" b="1" dirty="0"/>
              <a:t> </a:t>
            </a:r>
            <a:r>
              <a:rPr lang="en-US" altLang="zh-CN" sz="1300" b="1" dirty="0"/>
              <a:t>history</a:t>
            </a:r>
            <a:endParaRPr lang="en-US" sz="1300" b="1" dirty="0"/>
          </a:p>
          <a:p>
            <a:pPr marL="0" indent="0" algn="ctr">
              <a:buNone/>
            </a:pPr>
            <a:r>
              <a:rPr lang="en-US" altLang="zh-CN" sz="1100" dirty="0" err="1">
                <a:solidFill>
                  <a:schemeClr val="bg2">
                    <a:lumMod val="50000"/>
                  </a:schemeClr>
                </a:solidFill>
              </a:rPr>
              <a:t>EvoH</a:t>
            </a:r>
            <a:r>
              <a:rPr lang="en-US" sz="1100" dirty="0" err="1">
                <a:solidFill>
                  <a:schemeClr val="bg2">
                    <a:lumMod val="50000"/>
                  </a:schemeClr>
                </a:solidFill>
              </a:rPr>
              <a:t>ist</a:t>
            </a:r>
            <a:r>
              <a:rPr lang="en-US" altLang="zh-CN" sz="1100" dirty="0" err="1">
                <a:solidFill>
                  <a:schemeClr val="bg2">
                    <a:lumMod val="50000"/>
                  </a:schemeClr>
                </a:solidFill>
              </a:rPr>
              <a:t>ory</a:t>
            </a:r>
            <a:r>
              <a:rPr lang="en-US" altLang="zh-CN" sz="1100" dirty="0">
                <a:solidFill>
                  <a:schemeClr val="bg2">
                    <a:lumMod val="50000"/>
                  </a:schemeClr>
                </a:solidFill>
              </a:rPr>
              <a:t>()</a:t>
            </a:r>
          </a:p>
        </p:txBody>
      </p: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25F05CAD-590A-0897-9B13-B4DDC0F8E900}"/>
              </a:ext>
            </a:extLst>
          </p:cNvPr>
          <p:cNvCxnSpPr>
            <a:cxnSpLocks/>
            <a:stCxn id="6" idx="2"/>
            <a:endCxn id="152" idx="2"/>
          </p:cNvCxnSpPr>
          <p:nvPr/>
        </p:nvCxnSpPr>
        <p:spPr>
          <a:xfrm rot="5400000" flipH="1" flipV="1">
            <a:off x="4534587" y="1402881"/>
            <a:ext cx="1" cy="3984139"/>
          </a:xfrm>
          <a:prstGeom prst="bentConnector3">
            <a:avLst>
              <a:gd name="adj1" fmla="val -22860000000"/>
            </a:avLst>
          </a:prstGeom>
          <a:ln w="12700">
            <a:solidFill>
              <a:schemeClr val="bg2">
                <a:lumMod val="50000"/>
              </a:schemeClr>
            </a:solidFill>
            <a:prstDash val="lg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 17">
            <a:extLst>
              <a:ext uri="{FF2B5EF4-FFF2-40B4-BE49-F238E27FC236}">
                <a16:creationId xmlns:a16="http://schemas.microsoft.com/office/drawing/2014/main" id="{0DC40214-F713-9702-9945-438586CEDADC}"/>
              </a:ext>
            </a:extLst>
          </p:cNvPr>
          <p:cNvSpPr/>
          <p:nvPr/>
        </p:nvSpPr>
        <p:spPr>
          <a:xfrm>
            <a:off x="3989314" y="3594375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900" i="1" dirty="0">
                <a:solidFill>
                  <a:srgbClr val="5F5E5A"/>
                </a:solidFill>
              </a:rPr>
              <a:t>inner</a:t>
            </a:r>
            <a:r>
              <a:rPr lang="zh-CN" altLang="en-US" sz="900" i="1" dirty="0">
                <a:solidFill>
                  <a:srgbClr val="5F5E5A"/>
                </a:solidFill>
              </a:rPr>
              <a:t> </a:t>
            </a:r>
            <a:r>
              <a:rPr lang="en-US" altLang="zh-CN" sz="900" i="1" dirty="0">
                <a:solidFill>
                  <a:srgbClr val="5F5E5A"/>
                </a:solidFill>
              </a:rPr>
              <a:t>loop</a:t>
            </a:r>
            <a:endParaRPr lang="en-US" sz="9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0EEB544-ACA2-1A59-6528-8D7A9420C31F}"/>
              </a:ext>
            </a:extLst>
          </p:cNvPr>
          <p:cNvSpPr txBox="1"/>
          <p:nvPr/>
        </p:nvSpPr>
        <p:spPr>
          <a:xfrm>
            <a:off x="5892509" y="1406156"/>
            <a:ext cx="12682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i="1" dirty="0"/>
              <a:t>Evolutionary</a:t>
            </a:r>
            <a:r>
              <a:rPr lang="zh-CN" altLang="en-US" sz="1100" i="1" dirty="0"/>
              <a:t> </a:t>
            </a:r>
            <a:r>
              <a:rPr lang="en-US" altLang="zh-CN" sz="1100" i="1" dirty="0"/>
              <a:t>phase</a:t>
            </a:r>
            <a:endParaRPr lang="en-US" sz="1100" i="1" dirty="0"/>
          </a:p>
        </p:txBody>
      </p:sp>
      <p:sp>
        <p:nvSpPr>
          <p:cNvPr id="168" name="Text 1">
            <a:extLst>
              <a:ext uri="{FF2B5EF4-FFF2-40B4-BE49-F238E27FC236}">
                <a16:creationId xmlns:a16="http://schemas.microsoft.com/office/drawing/2014/main" id="{3DE5583D-C40D-5908-123A-9FCFE21AE7FE}"/>
              </a:ext>
            </a:extLst>
          </p:cNvPr>
          <p:cNvSpPr/>
          <p:nvPr/>
        </p:nvSpPr>
        <p:spPr>
          <a:xfrm>
            <a:off x="312867" y="75839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</a:rPr>
              <a:t>outer loop — repeat for N mutation events</a:t>
            </a:r>
            <a:endParaRPr lang="en-US" sz="1000" dirty="0"/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620A742C-FC14-2CCC-A61A-6EB3D17DB92E}"/>
              </a:ext>
            </a:extLst>
          </p:cNvPr>
          <p:cNvCxnSpPr>
            <a:cxnSpLocks/>
          </p:cNvCxnSpPr>
          <p:nvPr/>
        </p:nvCxnSpPr>
        <p:spPr>
          <a:xfrm>
            <a:off x="1510701" y="2535208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DE59BD28-9FBC-845B-7903-A72C4FEE6319}"/>
              </a:ext>
            </a:extLst>
          </p:cNvPr>
          <p:cNvCxnSpPr>
            <a:cxnSpLocks/>
          </p:cNvCxnSpPr>
          <p:nvPr/>
        </p:nvCxnSpPr>
        <p:spPr>
          <a:xfrm>
            <a:off x="3433470" y="2531227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627205FC-6C64-D7E0-3C12-65A2CAB15F12}"/>
              </a:ext>
            </a:extLst>
          </p:cNvPr>
          <p:cNvCxnSpPr>
            <a:cxnSpLocks/>
          </p:cNvCxnSpPr>
          <p:nvPr/>
        </p:nvCxnSpPr>
        <p:spPr>
          <a:xfrm>
            <a:off x="5291627" y="2526986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FCD5F150-E5AB-DF4E-A325-123247A731CB}"/>
              </a:ext>
            </a:extLst>
          </p:cNvPr>
          <p:cNvCxnSpPr>
            <a:cxnSpLocks/>
          </p:cNvCxnSpPr>
          <p:nvPr/>
        </p:nvCxnSpPr>
        <p:spPr>
          <a:xfrm>
            <a:off x="7590381" y="2526986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090DD82D-1BA0-F65A-CC15-616BC0394277}"/>
              </a:ext>
            </a:extLst>
          </p:cNvPr>
          <p:cNvSpPr txBox="1"/>
          <p:nvPr/>
        </p:nvSpPr>
        <p:spPr>
          <a:xfrm>
            <a:off x="3870526" y="1406156"/>
            <a:ext cx="11592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i="1" dirty="0"/>
              <a:t>Ecological</a:t>
            </a:r>
            <a:r>
              <a:rPr lang="zh-CN" altLang="en-US" sz="1100" i="1" dirty="0"/>
              <a:t> </a:t>
            </a:r>
            <a:r>
              <a:rPr lang="en-US" altLang="zh-CN" sz="1100" i="1" dirty="0"/>
              <a:t>phase</a:t>
            </a:r>
            <a:endParaRPr lang="en-US" sz="1100" i="1" dirty="0"/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BDA568DB-668B-BB6D-F9FB-DCF2F9368E01}"/>
              </a:ext>
            </a:extLst>
          </p:cNvPr>
          <p:cNvGrpSpPr/>
          <p:nvPr/>
        </p:nvGrpSpPr>
        <p:grpSpPr>
          <a:xfrm>
            <a:off x="1927809" y="2244634"/>
            <a:ext cx="1704805" cy="1008947"/>
            <a:chOff x="5512553" y="834494"/>
            <a:chExt cx="2219565" cy="1303222"/>
          </a:xfrm>
        </p:grpSpPr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867D6272-C44F-D54E-D99E-C4F4A800058C}"/>
                </a:ext>
              </a:extLst>
            </p:cNvPr>
            <p:cNvGrpSpPr/>
            <p:nvPr/>
          </p:nvGrpSpPr>
          <p:grpSpPr>
            <a:xfrm>
              <a:off x="7019815" y="1167405"/>
              <a:ext cx="179024" cy="162648"/>
              <a:chOff x="7067843" y="717976"/>
              <a:chExt cx="201168" cy="206147"/>
            </a:xfrm>
          </p:grpSpPr>
          <p:sp>
            <p:nvSpPr>
              <p:cNvPr id="307" name="Shape 71">
                <a:extLst>
                  <a:ext uri="{FF2B5EF4-FFF2-40B4-BE49-F238E27FC236}">
                    <a16:creationId xmlns:a16="http://schemas.microsoft.com/office/drawing/2014/main" id="{D25B75D0-AF82-24F4-36C5-3EED9A9F7006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08" name="Shape 72">
                <a:extLst>
                  <a:ext uri="{FF2B5EF4-FFF2-40B4-BE49-F238E27FC236}">
                    <a16:creationId xmlns:a16="http://schemas.microsoft.com/office/drawing/2014/main" id="{D7D85E2C-3AAD-A0C6-FD13-BA763153B426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9C12D214-EF19-781C-924D-BE45F2B81560}"/>
                </a:ext>
              </a:extLst>
            </p:cNvPr>
            <p:cNvSpPr txBox="1"/>
            <p:nvPr/>
          </p:nvSpPr>
          <p:spPr>
            <a:xfrm>
              <a:off x="6165675" y="834494"/>
              <a:ext cx="1566443" cy="337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/>
                <a:t>a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new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mutant</a:t>
              </a:r>
              <a:endParaRPr lang="en-US" sz="1100" dirty="0"/>
            </a:p>
          </p:txBody>
        </p:sp>
        <p:cxnSp>
          <p:nvCxnSpPr>
            <p:cNvPr id="203" name="Curved Connector 202">
              <a:extLst>
                <a:ext uri="{FF2B5EF4-FFF2-40B4-BE49-F238E27FC236}">
                  <a16:creationId xmlns:a16="http://schemas.microsoft.com/office/drawing/2014/main" id="{B3A2A498-19F6-E569-DC08-BF903D8203E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746350" y="1200191"/>
              <a:ext cx="162647" cy="242445"/>
            </a:xfrm>
            <a:prstGeom prst="curvedConnector2">
              <a:avLst/>
            </a:prstGeom>
            <a:ln w="9525">
              <a:solidFill>
                <a:schemeClr val="accent2">
                  <a:lumMod val="50000"/>
                  <a:alpha val="89000"/>
                </a:schemeClr>
              </a:solidFill>
              <a:headEnd type="none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BCFDC75-B22C-B901-2FD4-58DAEEC78054}"/>
                </a:ext>
              </a:extLst>
            </p:cNvPr>
            <p:cNvGrpSpPr/>
            <p:nvPr/>
          </p:nvGrpSpPr>
          <p:grpSpPr>
            <a:xfrm>
              <a:off x="6209408" y="1482455"/>
              <a:ext cx="186961" cy="186850"/>
              <a:chOff x="1225296" y="1527048"/>
              <a:chExt cx="201168" cy="201168"/>
            </a:xfrm>
          </p:grpSpPr>
          <p:sp>
            <p:nvSpPr>
              <p:cNvPr id="305" name="Shape 15">
                <a:extLst>
                  <a:ext uri="{FF2B5EF4-FFF2-40B4-BE49-F238E27FC236}">
                    <a16:creationId xmlns:a16="http://schemas.microsoft.com/office/drawing/2014/main" id="{20B6EAE3-E220-E2E7-B5D1-42413B5ED244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" name="Shape 16">
                <a:extLst>
                  <a:ext uri="{FF2B5EF4-FFF2-40B4-BE49-F238E27FC236}">
                    <a16:creationId xmlns:a16="http://schemas.microsoft.com/office/drawing/2014/main" id="{F706DDBC-C32F-AED1-EC17-BAAF17A6810D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635AA92F-9707-7ECD-716F-3F43B5CEB823}"/>
                </a:ext>
              </a:extLst>
            </p:cNvPr>
            <p:cNvGrpSpPr/>
            <p:nvPr/>
          </p:nvGrpSpPr>
          <p:grpSpPr>
            <a:xfrm>
              <a:off x="6587600" y="1421812"/>
              <a:ext cx="169964" cy="169864"/>
              <a:chOff x="1874520" y="1444752"/>
              <a:chExt cx="182880" cy="182880"/>
            </a:xfrm>
          </p:grpSpPr>
          <p:sp>
            <p:nvSpPr>
              <p:cNvPr id="303" name="Shape 23">
                <a:extLst>
                  <a:ext uri="{FF2B5EF4-FFF2-40B4-BE49-F238E27FC236}">
                    <a16:creationId xmlns:a16="http://schemas.microsoft.com/office/drawing/2014/main" id="{BB02CD22-86E9-EA70-2B6F-EEE5071AA9CA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DEBD0"/>
              </a:solidFill>
              <a:ln w="9525">
                <a:solidFill>
                  <a:srgbClr val="F8944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" name="Shape 24">
                <a:extLst>
                  <a:ext uri="{FF2B5EF4-FFF2-40B4-BE49-F238E27FC236}">
                    <a16:creationId xmlns:a16="http://schemas.microsoft.com/office/drawing/2014/main" id="{FFDBA626-57E5-A2AF-4C8D-7670A8A1A75B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F89441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FF691D7E-3735-6F52-080E-B940B95F7461}"/>
                </a:ext>
              </a:extLst>
            </p:cNvPr>
            <p:cNvGrpSpPr/>
            <p:nvPr/>
          </p:nvGrpSpPr>
          <p:grpSpPr>
            <a:xfrm>
              <a:off x="5754578" y="1914888"/>
              <a:ext cx="186961" cy="186850"/>
              <a:chOff x="1225296" y="1527048"/>
              <a:chExt cx="201168" cy="201168"/>
            </a:xfrm>
          </p:grpSpPr>
          <p:sp>
            <p:nvSpPr>
              <p:cNvPr id="301" name="Shape 15">
                <a:extLst>
                  <a:ext uri="{FF2B5EF4-FFF2-40B4-BE49-F238E27FC236}">
                    <a16:creationId xmlns:a16="http://schemas.microsoft.com/office/drawing/2014/main" id="{AB6366CF-2F35-F998-0B57-0084768C3528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" name="Shape 16">
                <a:extLst>
                  <a:ext uri="{FF2B5EF4-FFF2-40B4-BE49-F238E27FC236}">
                    <a16:creationId xmlns:a16="http://schemas.microsoft.com/office/drawing/2014/main" id="{22EABC5F-013D-17E9-AA43-FE18DE577793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12A64D69-0781-E8EA-1F59-85AF84E469AF}"/>
                </a:ext>
              </a:extLst>
            </p:cNvPr>
            <p:cNvGrpSpPr/>
            <p:nvPr/>
          </p:nvGrpSpPr>
          <p:grpSpPr>
            <a:xfrm>
              <a:off x="5512556" y="1636033"/>
              <a:ext cx="169964" cy="169864"/>
              <a:chOff x="1874520" y="1444752"/>
              <a:chExt cx="182880" cy="182880"/>
            </a:xfrm>
          </p:grpSpPr>
          <p:sp>
            <p:nvSpPr>
              <p:cNvPr id="299" name="Shape 23">
                <a:extLst>
                  <a:ext uri="{FF2B5EF4-FFF2-40B4-BE49-F238E27FC236}">
                    <a16:creationId xmlns:a16="http://schemas.microsoft.com/office/drawing/2014/main" id="{2D205761-7F73-00B1-687D-006AFF1226EB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DEBD0"/>
              </a:solidFill>
              <a:ln w="9525">
                <a:solidFill>
                  <a:srgbClr val="F8944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Shape 24">
                <a:extLst>
                  <a:ext uri="{FF2B5EF4-FFF2-40B4-BE49-F238E27FC236}">
                    <a16:creationId xmlns:a16="http://schemas.microsoft.com/office/drawing/2014/main" id="{4A9259B1-4C68-84F1-78E1-F7EAA8F616B6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F89441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2720BD8B-78F0-CEA8-B353-8C8D1BDE03F2}"/>
                </a:ext>
              </a:extLst>
            </p:cNvPr>
            <p:cNvGrpSpPr/>
            <p:nvPr/>
          </p:nvGrpSpPr>
          <p:grpSpPr>
            <a:xfrm>
              <a:off x="6291301" y="1950866"/>
              <a:ext cx="186961" cy="186850"/>
              <a:chOff x="1225296" y="1527048"/>
              <a:chExt cx="201168" cy="201168"/>
            </a:xfrm>
          </p:grpSpPr>
          <p:sp>
            <p:nvSpPr>
              <p:cNvPr id="297" name="Shape 15">
                <a:extLst>
                  <a:ext uri="{FF2B5EF4-FFF2-40B4-BE49-F238E27FC236}">
                    <a16:creationId xmlns:a16="http://schemas.microsoft.com/office/drawing/2014/main" id="{D9B70BDF-4844-AACA-C9BC-2405860B6724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" name="Shape 16">
                <a:extLst>
                  <a:ext uri="{FF2B5EF4-FFF2-40B4-BE49-F238E27FC236}">
                    <a16:creationId xmlns:a16="http://schemas.microsoft.com/office/drawing/2014/main" id="{B4FC933E-DD5F-3F67-3910-AEE12A6D120E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CA1BF2F4-F732-7750-74C3-9BD6CDB2CADC}"/>
                </a:ext>
              </a:extLst>
            </p:cNvPr>
            <p:cNvGrpSpPr/>
            <p:nvPr/>
          </p:nvGrpSpPr>
          <p:grpSpPr>
            <a:xfrm>
              <a:off x="6706459" y="1857441"/>
              <a:ext cx="186961" cy="186850"/>
              <a:chOff x="1225296" y="1527048"/>
              <a:chExt cx="201168" cy="201168"/>
            </a:xfrm>
          </p:grpSpPr>
          <p:sp>
            <p:nvSpPr>
              <p:cNvPr id="295" name="Shape 15">
                <a:extLst>
                  <a:ext uri="{FF2B5EF4-FFF2-40B4-BE49-F238E27FC236}">
                    <a16:creationId xmlns:a16="http://schemas.microsoft.com/office/drawing/2014/main" id="{523598E4-5EA1-64B3-FAED-E60ADD22B0C1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Shape 16">
                <a:extLst>
                  <a:ext uri="{FF2B5EF4-FFF2-40B4-BE49-F238E27FC236}">
                    <a16:creationId xmlns:a16="http://schemas.microsoft.com/office/drawing/2014/main" id="{32A185A9-7027-B10C-5BC9-A2E61A8D9E2F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67F748D4-7CD1-7F86-522C-47EB046C1409}"/>
                </a:ext>
              </a:extLst>
            </p:cNvPr>
            <p:cNvGrpSpPr/>
            <p:nvPr/>
          </p:nvGrpSpPr>
          <p:grpSpPr>
            <a:xfrm>
              <a:off x="5512553" y="1078603"/>
              <a:ext cx="169964" cy="169864"/>
              <a:chOff x="1874520" y="1444752"/>
              <a:chExt cx="182880" cy="182880"/>
            </a:xfrm>
          </p:grpSpPr>
          <p:sp>
            <p:nvSpPr>
              <p:cNvPr id="293" name="Shape 23">
                <a:extLst>
                  <a:ext uri="{FF2B5EF4-FFF2-40B4-BE49-F238E27FC236}">
                    <a16:creationId xmlns:a16="http://schemas.microsoft.com/office/drawing/2014/main" id="{879D0947-2681-3E05-C445-40B0075A61DC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DEBD0"/>
              </a:solidFill>
              <a:ln w="9525">
                <a:solidFill>
                  <a:srgbClr val="F8944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Shape 24">
                <a:extLst>
                  <a:ext uri="{FF2B5EF4-FFF2-40B4-BE49-F238E27FC236}">
                    <a16:creationId xmlns:a16="http://schemas.microsoft.com/office/drawing/2014/main" id="{C8FC2C12-53AC-3663-D968-FE937EEC96B1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F89441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62C92EA3-481D-ECB0-5036-83BD29D2DF2C}"/>
                </a:ext>
              </a:extLst>
            </p:cNvPr>
            <p:cNvGrpSpPr/>
            <p:nvPr/>
          </p:nvGrpSpPr>
          <p:grpSpPr>
            <a:xfrm>
              <a:off x="5971463" y="1658721"/>
              <a:ext cx="186961" cy="186850"/>
              <a:chOff x="1225296" y="1527048"/>
              <a:chExt cx="201168" cy="201168"/>
            </a:xfrm>
          </p:grpSpPr>
          <p:sp>
            <p:nvSpPr>
              <p:cNvPr id="291" name="Shape 15">
                <a:extLst>
                  <a:ext uri="{FF2B5EF4-FFF2-40B4-BE49-F238E27FC236}">
                    <a16:creationId xmlns:a16="http://schemas.microsoft.com/office/drawing/2014/main" id="{8A4A5F92-79E0-9F83-8BE4-B500709B4050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" name="Shape 16">
                <a:extLst>
                  <a:ext uri="{FF2B5EF4-FFF2-40B4-BE49-F238E27FC236}">
                    <a16:creationId xmlns:a16="http://schemas.microsoft.com/office/drawing/2014/main" id="{7B9E9D40-E461-3FCA-E742-EB6DE44DB1A9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776CD677-7CE0-55FD-BE71-D8AD41F90097}"/>
                </a:ext>
              </a:extLst>
            </p:cNvPr>
            <p:cNvGrpSpPr/>
            <p:nvPr/>
          </p:nvGrpSpPr>
          <p:grpSpPr>
            <a:xfrm>
              <a:off x="5719754" y="1319895"/>
              <a:ext cx="186961" cy="186850"/>
              <a:chOff x="1225296" y="1527048"/>
              <a:chExt cx="201168" cy="201168"/>
            </a:xfrm>
          </p:grpSpPr>
          <p:sp>
            <p:nvSpPr>
              <p:cNvPr id="288" name="Shape 15">
                <a:extLst>
                  <a:ext uri="{FF2B5EF4-FFF2-40B4-BE49-F238E27FC236}">
                    <a16:creationId xmlns:a16="http://schemas.microsoft.com/office/drawing/2014/main" id="{83E2F9C4-7390-F52B-E146-E7F49DCC005F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Shape 16">
                <a:extLst>
                  <a:ext uri="{FF2B5EF4-FFF2-40B4-BE49-F238E27FC236}">
                    <a16:creationId xmlns:a16="http://schemas.microsoft.com/office/drawing/2014/main" id="{9B5B0176-BC0D-FED6-FB63-3A442D35A509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C588FC19-7913-4B2D-770D-748FAA894B6E}"/>
              </a:ext>
            </a:extLst>
          </p:cNvPr>
          <p:cNvGrpSpPr/>
          <p:nvPr/>
        </p:nvGrpSpPr>
        <p:grpSpPr>
          <a:xfrm>
            <a:off x="3915589" y="2430391"/>
            <a:ext cx="1126723" cy="834302"/>
            <a:chOff x="3182631" y="3884716"/>
            <a:chExt cx="1126723" cy="834302"/>
          </a:xfrm>
        </p:grpSpPr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BE4E0AA6-421E-617B-B04E-2B0DF326C65E}"/>
                </a:ext>
              </a:extLst>
            </p:cNvPr>
            <p:cNvGrpSpPr/>
            <p:nvPr/>
          </p:nvGrpSpPr>
          <p:grpSpPr>
            <a:xfrm>
              <a:off x="3457381" y="4277854"/>
              <a:ext cx="150129" cy="139837"/>
              <a:chOff x="1225296" y="1527048"/>
              <a:chExt cx="201168" cy="201168"/>
            </a:xfrm>
          </p:grpSpPr>
          <p:sp>
            <p:nvSpPr>
              <p:cNvPr id="366" name="Shape 15">
                <a:extLst>
                  <a:ext uri="{FF2B5EF4-FFF2-40B4-BE49-F238E27FC236}">
                    <a16:creationId xmlns:a16="http://schemas.microsoft.com/office/drawing/2014/main" id="{752A3EB3-B28B-D0BC-BDF4-207F9691872A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" name="Shape 16">
                <a:extLst>
                  <a:ext uri="{FF2B5EF4-FFF2-40B4-BE49-F238E27FC236}">
                    <a16:creationId xmlns:a16="http://schemas.microsoft.com/office/drawing/2014/main" id="{E3EB238C-6E29-635F-818A-2F53AFE72BCF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16E798C7-D167-6CBF-BF96-30D234A7113E}"/>
                </a:ext>
              </a:extLst>
            </p:cNvPr>
            <p:cNvGrpSpPr/>
            <p:nvPr/>
          </p:nvGrpSpPr>
          <p:grpSpPr>
            <a:xfrm>
              <a:off x="3745635" y="4346488"/>
              <a:ext cx="136481" cy="127125"/>
              <a:chOff x="1874520" y="1444752"/>
              <a:chExt cx="182880" cy="182880"/>
            </a:xfrm>
          </p:grpSpPr>
          <p:sp>
            <p:nvSpPr>
              <p:cNvPr id="364" name="Shape 23">
                <a:extLst>
                  <a:ext uri="{FF2B5EF4-FFF2-40B4-BE49-F238E27FC236}">
                    <a16:creationId xmlns:a16="http://schemas.microsoft.com/office/drawing/2014/main" id="{AA034F28-B2D3-25ED-AA2A-0962A66C5708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DEBD0"/>
              </a:solidFill>
              <a:ln w="9525">
                <a:solidFill>
                  <a:srgbClr val="F8944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" name="Shape 24">
                <a:extLst>
                  <a:ext uri="{FF2B5EF4-FFF2-40B4-BE49-F238E27FC236}">
                    <a16:creationId xmlns:a16="http://schemas.microsoft.com/office/drawing/2014/main" id="{B788A94E-1899-73F5-FE82-9E096B33BE3F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F89441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6328153E-4CB2-D6CB-346A-A93F0201330A}"/>
                </a:ext>
              </a:extLst>
            </p:cNvPr>
            <p:cNvGrpSpPr/>
            <p:nvPr/>
          </p:nvGrpSpPr>
          <p:grpSpPr>
            <a:xfrm>
              <a:off x="3849631" y="4579181"/>
              <a:ext cx="150129" cy="139837"/>
              <a:chOff x="1225296" y="1527048"/>
              <a:chExt cx="201168" cy="201168"/>
            </a:xfrm>
          </p:grpSpPr>
          <p:sp>
            <p:nvSpPr>
              <p:cNvPr id="356" name="Shape 15">
                <a:extLst>
                  <a:ext uri="{FF2B5EF4-FFF2-40B4-BE49-F238E27FC236}">
                    <a16:creationId xmlns:a16="http://schemas.microsoft.com/office/drawing/2014/main" id="{7C588529-72A2-3CA2-8347-7CE221047851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7" name="Shape 16">
                <a:extLst>
                  <a:ext uri="{FF2B5EF4-FFF2-40B4-BE49-F238E27FC236}">
                    <a16:creationId xmlns:a16="http://schemas.microsoft.com/office/drawing/2014/main" id="{901236CE-B583-A6AE-6AFB-49233792A522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9D7B8BAE-68C7-2F68-B672-C7B544820E22}"/>
                </a:ext>
              </a:extLst>
            </p:cNvPr>
            <p:cNvGrpSpPr/>
            <p:nvPr/>
          </p:nvGrpSpPr>
          <p:grpSpPr>
            <a:xfrm>
              <a:off x="3225924" y="4476784"/>
              <a:ext cx="150129" cy="139837"/>
              <a:chOff x="1225296" y="1527048"/>
              <a:chExt cx="201168" cy="201168"/>
            </a:xfrm>
          </p:grpSpPr>
          <p:sp>
            <p:nvSpPr>
              <p:cNvPr id="354" name="Shape 15">
                <a:extLst>
                  <a:ext uri="{FF2B5EF4-FFF2-40B4-BE49-F238E27FC236}">
                    <a16:creationId xmlns:a16="http://schemas.microsoft.com/office/drawing/2014/main" id="{57C3DD55-DFFB-6AC5-E346-AA13D93BCDFC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Shape 16">
                <a:extLst>
                  <a:ext uri="{FF2B5EF4-FFF2-40B4-BE49-F238E27FC236}">
                    <a16:creationId xmlns:a16="http://schemas.microsoft.com/office/drawing/2014/main" id="{F98F6E4C-CAF8-416B-A3F9-C7CFE8FB6CA5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2A0A3260-B236-5287-E574-0A65426EEE88}"/>
                </a:ext>
              </a:extLst>
            </p:cNvPr>
            <p:cNvGrpSpPr/>
            <p:nvPr/>
          </p:nvGrpSpPr>
          <p:grpSpPr>
            <a:xfrm>
              <a:off x="4009096" y="4312572"/>
              <a:ext cx="150129" cy="143298"/>
              <a:chOff x="7067843" y="717976"/>
              <a:chExt cx="201168" cy="206147"/>
            </a:xfrm>
          </p:grpSpPr>
          <p:sp>
            <p:nvSpPr>
              <p:cNvPr id="350" name="Shape 71">
                <a:extLst>
                  <a:ext uri="{FF2B5EF4-FFF2-40B4-BE49-F238E27FC236}">
                    <a16:creationId xmlns:a16="http://schemas.microsoft.com/office/drawing/2014/main" id="{BBC323C6-FC67-E20D-89FF-B83AB1CC241A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51" name="Shape 72">
                <a:extLst>
                  <a:ext uri="{FF2B5EF4-FFF2-40B4-BE49-F238E27FC236}">
                    <a16:creationId xmlns:a16="http://schemas.microsoft.com/office/drawing/2014/main" id="{A666DF45-97A6-510E-083A-329FC928ADCE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03B9D047-FD13-E355-5C7A-3E43EE6442A9}"/>
                </a:ext>
              </a:extLst>
            </p:cNvPr>
            <p:cNvGrpSpPr/>
            <p:nvPr/>
          </p:nvGrpSpPr>
          <p:grpSpPr>
            <a:xfrm>
              <a:off x="3590528" y="4102904"/>
              <a:ext cx="150129" cy="143298"/>
              <a:chOff x="7067843" y="717976"/>
              <a:chExt cx="201168" cy="206147"/>
            </a:xfrm>
          </p:grpSpPr>
          <p:sp>
            <p:nvSpPr>
              <p:cNvPr id="348" name="Shape 71">
                <a:extLst>
                  <a:ext uri="{FF2B5EF4-FFF2-40B4-BE49-F238E27FC236}">
                    <a16:creationId xmlns:a16="http://schemas.microsoft.com/office/drawing/2014/main" id="{2014D82F-EC70-99DF-4BDA-98461A49453F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9" name="Shape 72">
                <a:extLst>
                  <a:ext uri="{FF2B5EF4-FFF2-40B4-BE49-F238E27FC236}">
                    <a16:creationId xmlns:a16="http://schemas.microsoft.com/office/drawing/2014/main" id="{01A08BF2-9674-42CD-694F-271E00380799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A826986D-36FC-0866-B8EF-DF9621AA75E8}"/>
                </a:ext>
              </a:extLst>
            </p:cNvPr>
            <p:cNvGrpSpPr/>
            <p:nvPr/>
          </p:nvGrpSpPr>
          <p:grpSpPr>
            <a:xfrm>
              <a:off x="3874433" y="4039942"/>
              <a:ext cx="150129" cy="143298"/>
              <a:chOff x="7067843" y="717976"/>
              <a:chExt cx="201168" cy="206147"/>
            </a:xfrm>
          </p:grpSpPr>
          <p:sp>
            <p:nvSpPr>
              <p:cNvPr id="346" name="Shape 71">
                <a:extLst>
                  <a:ext uri="{FF2B5EF4-FFF2-40B4-BE49-F238E27FC236}">
                    <a16:creationId xmlns:a16="http://schemas.microsoft.com/office/drawing/2014/main" id="{8A4F341A-8E09-B1F1-9A54-9AB76B4A7F5A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7" name="Shape 72">
                <a:extLst>
                  <a:ext uri="{FF2B5EF4-FFF2-40B4-BE49-F238E27FC236}">
                    <a16:creationId xmlns:a16="http://schemas.microsoft.com/office/drawing/2014/main" id="{8BCE2C61-7FC7-39E8-00B6-4EFAA4BEB4B2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FE023D18-3E7F-301A-AFCC-F6F292CAED1C}"/>
                </a:ext>
              </a:extLst>
            </p:cNvPr>
            <p:cNvGrpSpPr/>
            <p:nvPr/>
          </p:nvGrpSpPr>
          <p:grpSpPr>
            <a:xfrm>
              <a:off x="3537729" y="3884716"/>
              <a:ext cx="150129" cy="143298"/>
              <a:chOff x="7067843" y="717976"/>
              <a:chExt cx="201168" cy="206147"/>
            </a:xfrm>
          </p:grpSpPr>
          <p:sp>
            <p:nvSpPr>
              <p:cNvPr id="344" name="Shape 71">
                <a:extLst>
                  <a:ext uri="{FF2B5EF4-FFF2-40B4-BE49-F238E27FC236}">
                    <a16:creationId xmlns:a16="http://schemas.microsoft.com/office/drawing/2014/main" id="{BAD4C809-1505-154F-8AB4-626D164A2FC9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5" name="Shape 72">
                <a:extLst>
                  <a:ext uri="{FF2B5EF4-FFF2-40B4-BE49-F238E27FC236}">
                    <a16:creationId xmlns:a16="http://schemas.microsoft.com/office/drawing/2014/main" id="{2D59A206-25DC-FF01-E617-149B27F9A27D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EBF49FF0-7BE2-11A8-8078-A1EFAD189989}"/>
                </a:ext>
              </a:extLst>
            </p:cNvPr>
            <p:cNvGrpSpPr/>
            <p:nvPr/>
          </p:nvGrpSpPr>
          <p:grpSpPr>
            <a:xfrm>
              <a:off x="3182631" y="4120907"/>
              <a:ext cx="136481" cy="127125"/>
              <a:chOff x="1874520" y="1444752"/>
              <a:chExt cx="182880" cy="182880"/>
            </a:xfrm>
          </p:grpSpPr>
          <p:sp>
            <p:nvSpPr>
              <p:cNvPr id="342" name="Shape 23">
                <a:extLst>
                  <a:ext uri="{FF2B5EF4-FFF2-40B4-BE49-F238E27FC236}">
                    <a16:creationId xmlns:a16="http://schemas.microsoft.com/office/drawing/2014/main" id="{5E139976-E56E-B369-2793-7B45B07CA1EE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DEBD0"/>
              </a:solidFill>
              <a:ln w="9525">
                <a:solidFill>
                  <a:srgbClr val="F8944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Shape 24">
                <a:extLst>
                  <a:ext uri="{FF2B5EF4-FFF2-40B4-BE49-F238E27FC236}">
                    <a16:creationId xmlns:a16="http://schemas.microsoft.com/office/drawing/2014/main" id="{E90DB3D5-0FBC-F23B-A6D7-9A31EDC70250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F89441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8" name="Group 327">
              <a:extLst>
                <a:ext uri="{FF2B5EF4-FFF2-40B4-BE49-F238E27FC236}">
                  <a16:creationId xmlns:a16="http://schemas.microsoft.com/office/drawing/2014/main" id="{C292E525-C8FD-BA2B-5D07-FD48454C8F5B}"/>
                </a:ext>
              </a:extLst>
            </p:cNvPr>
            <p:cNvGrpSpPr/>
            <p:nvPr/>
          </p:nvGrpSpPr>
          <p:grpSpPr>
            <a:xfrm>
              <a:off x="3590528" y="4551214"/>
              <a:ext cx="150129" cy="139837"/>
              <a:chOff x="1225296" y="1527048"/>
              <a:chExt cx="201168" cy="201168"/>
            </a:xfrm>
          </p:grpSpPr>
          <p:sp>
            <p:nvSpPr>
              <p:cNvPr id="332" name="Shape 15">
                <a:extLst>
                  <a:ext uri="{FF2B5EF4-FFF2-40B4-BE49-F238E27FC236}">
                    <a16:creationId xmlns:a16="http://schemas.microsoft.com/office/drawing/2014/main" id="{4F7145B9-5D49-6E63-39C6-81583E71324E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3" name="Shape 16">
                <a:extLst>
                  <a:ext uri="{FF2B5EF4-FFF2-40B4-BE49-F238E27FC236}">
                    <a16:creationId xmlns:a16="http://schemas.microsoft.com/office/drawing/2014/main" id="{C735F017-754C-D60D-75BD-F97D835B3E17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9" name="Group 328">
              <a:extLst>
                <a:ext uri="{FF2B5EF4-FFF2-40B4-BE49-F238E27FC236}">
                  <a16:creationId xmlns:a16="http://schemas.microsoft.com/office/drawing/2014/main" id="{45B1AA52-37A2-BBBB-1C1D-5EEB238E7035}"/>
                </a:ext>
              </a:extLst>
            </p:cNvPr>
            <p:cNvGrpSpPr/>
            <p:nvPr/>
          </p:nvGrpSpPr>
          <p:grpSpPr>
            <a:xfrm>
              <a:off x="4152655" y="4496903"/>
              <a:ext cx="150129" cy="143298"/>
              <a:chOff x="7067843" y="717976"/>
              <a:chExt cx="201168" cy="206147"/>
            </a:xfrm>
          </p:grpSpPr>
          <p:sp>
            <p:nvSpPr>
              <p:cNvPr id="330" name="Shape 71">
                <a:extLst>
                  <a:ext uri="{FF2B5EF4-FFF2-40B4-BE49-F238E27FC236}">
                    <a16:creationId xmlns:a16="http://schemas.microsoft.com/office/drawing/2014/main" id="{90F916C6-6BDE-1C01-A0A7-434E3E7541DC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31" name="Shape 72">
                <a:extLst>
                  <a:ext uri="{FF2B5EF4-FFF2-40B4-BE49-F238E27FC236}">
                    <a16:creationId xmlns:a16="http://schemas.microsoft.com/office/drawing/2014/main" id="{EEB37BF7-7413-19F5-5B65-E677863D6EE6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6BDA7FA1-C538-4734-6E24-9787A58CFC40}"/>
                </a:ext>
              </a:extLst>
            </p:cNvPr>
            <p:cNvGrpSpPr/>
            <p:nvPr/>
          </p:nvGrpSpPr>
          <p:grpSpPr>
            <a:xfrm>
              <a:off x="4159225" y="4055737"/>
              <a:ext cx="150129" cy="143298"/>
              <a:chOff x="7067843" y="717976"/>
              <a:chExt cx="201168" cy="206147"/>
            </a:xfrm>
          </p:grpSpPr>
          <p:sp>
            <p:nvSpPr>
              <p:cNvPr id="133" name="Shape 71">
                <a:extLst>
                  <a:ext uri="{FF2B5EF4-FFF2-40B4-BE49-F238E27FC236}">
                    <a16:creationId xmlns:a16="http://schemas.microsoft.com/office/drawing/2014/main" id="{D6C443CE-DD41-BE1C-7E95-CACA58190A1C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4" name="Shape 72">
                <a:extLst>
                  <a:ext uri="{FF2B5EF4-FFF2-40B4-BE49-F238E27FC236}">
                    <a16:creationId xmlns:a16="http://schemas.microsoft.com/office/drawing/2014/main" id="{2998C28F-FEF3-9A4F-F586-62B19EE538AC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CD17D603-0E2D-81A4-5ADE-93FD783AFF25}"/>
              </a:ext>
            </a:extLst>
          </p:cNvPr>
          <p:cNvGrpSpPr/>
          <p:nvPr/>
        </p:nvGrpSpPr>
        <p:grpSpPr>
          <a:xfrm>
            <a:off x="5935813" y="2372528"/>
            <a:ext cx="1146344" cy="834302"/>
            <a:chOff x="5705688" y="3918032"/>
            <a:chExt cx="1146344" cy="834302"/>
          </a:xfrm>
        </p:grpSpPr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2790B2F5-9EFF-91EB-ECD6-57ECD6939391}"/>
                </a:ext>
              </a:extLst>
            </p:cNvPr>
            <p:cNvGrpSpPr/>
            <p:nvPr/>
          </p:nvGrpSpPr>
          <p:grpSpPr>
            <a:xfrm>
              <a:off x="6000059" y="4311170"/>
              <a:ext cx="150129" cy="139837"/>
              <a:chOff x="1225296" y="1527048"/>
              <a:chExt cx="201168" cy="201168"/>
            </a:xfrm>
          </p:grpSpPr>
          <p:sp>
            <p:nvSpPr>
              <p:cNvPr id="219" name="Shape 15">
                <a:extLst>
                  <a:ext uri="{FF2B5EF4-FFF2-40B4-BE49-F238E27FC236}">
                    <a16:creationId xmlns:a16="http://schemas.microsoft.com/office/drawing/2014/main" id="{37CB4B3C-BBFA-0C36-9978-CDD1660E9B79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Shape 16">
                <a:extLst>
                  <a:ext uri="{FF2B5EF4-FFF2-40B4-BE49-F238E27FC236}">
                    <a16:creationId xmlns:a16="http://schemas.microsoft.com/office/drawing/2014/main" id="{FBE5FA3B-5C0C-8B10-3A2F-A2D26563445B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82A06E96-AFE5-8F0C-75BC-FAEB609ADB7C}"/>
                </a:ext>
              </a:extLst>
            </p:cNvPr>
            <p:cNvGrpSpPr/>
            <p:nvPr/>
          </p:nvGrpSpPr>
          <p:grpSpPr>
            <a:xfrm>
              <a:off x="6288313" y="4379804"/>
              <a:ext cx="136481" cy="127125"/>
              <a:chOff x="1874520" y="1444752"/>
              <a:chExt cx="182880" cy="182880"/>
            </a:xfrm>
          </p:grpSpPr>
          <p:sp>
            <p:nvSpPr>
              <p:cNvPr id="217" name="Shape 23">
                <a:extLst>
                  <a:ext uri="{FF2B5EF4-FFF2-40B4-BE49-F238E27FC236}">
                    <a16:creationId xmlns:a16="http://schemas.microsoft.com/office/drawing/2014/main" id="{F6671689-1E27-3DBA-BC44-091814D59787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DEBD0"/>
              </a:solidFill>
              <a:ln w="9525">
                <a:solidFill>
                  <a:srgbClr val="F8944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Shape 24">
                <a:extLst>
                  <a:ext uri="{FF2B5EF4-FFF2-40B4-BE49-F238E27FC236}">
                    <a16:creationId xmlns:a16="http://schemas.microsoft.com/office/drawing/2014/main" id="{A47E33A5-FD66-7871-9AEF-656184227637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F89441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537DEDA6-3424-5220-80B7-31D62DE43FC2}"/>
                </a:ext>
              </a:extLst>
            </p:cNvPr>
            <p:cNvGrpSpPr/>
            <p:nvPr/>
          </p:nvGrpSpPr>
          <p:grpSpPr>
            <a:xfrm>
              <a:off x="6392309" y="4612497"/>
              <a:ext cx="150129" cy="139837"/>
              <a:chOff x="1225296" y="1527048"/>
              <a:chExt cx="201168" cy="201168"/>
            </a:xfrm>
          </p:grpSpPr>
          <p:sp>
            <p:nvSpPr>
              <p:cNvPr id="215" name="Shape 15">
                <a:extLst>
                  <a:ext uri="{FF2B5EF4-FFF2-40B4-BE49-F238E27FC236}">
                    <a16:creationId xmlns:a16="http://schemas.microsoft.com/office/drawing/2014/main" id="{1934AC94-A97D-AF16-FEBE-5AB56C06EC36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Shape 16">
                <a:extLst>
                  <a:ext uri="{FF2B5EF4-FFF2-40B4-BE49-F238E27FC236}">
                    <a16:creationId xmlns:a16="http://schemas.microsoft.com/office/drawing/2014/main" id="{69ADF84E-7C25-0076-9632-C2C182294D41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7A576956-475A-25E7-0A61-DC4460C74B60}"/>
                </a:ext>
              </a:extLst>
            </p:cNvPr>
            <p:cNvGrpSpPr/>
            <p:nvPr/>
          </p:nvGrpSpPr>
          <p:grpSpPr>
            <a:xfrm>
              <a:off x="5768602" y="4510100"/>
              <a:ext cx="150129" cy="139837"/>
              <a:chOff x="1225296" y="1527048"/>
              <a:chExt cx="201168" cy="201168"/>
            </a:xfrm>
          </p:grpSpPr>
          <p:sp>
            <p:nvSpPr>
              <p:cNvPr id="213" name="Shape 15">
                <a:extLst>
                  <a:ext uri="{FF2B5EF4-FFF2-40B4-BE49-F238E27FC236}">
                    <a16:creationId xmlns:a16="http://schemas.microsoft.com/office/drawing/2014/main" id="{943C4D43-561A-7DE3-56A0-1BFE71DBDCAD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Shape 16">
                <a:extLst>
                  <a:ext uri="{FF2B5EF4-FFF2-40B4-BE49-F238E27FC236}">
                    <a16:creationId xmlns:a16="http://schemas.microsoft.com/office/drawing/2014/main" id="{A5ACCB96-9BE9-3DE7-322F-FBDBD648D593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02CC4A93-AB9C-34CD-6E24-3CF1D45B57E2}"/>
                </a:ext>
              </a:extLst>
            </p:cNvPr>
            <p:cNvGrpSpPr/>
            <p:nvPr/>
          </p:nvGrpSpPr>
          <p:grpSpPr>
            <a:xfrm>
              <a:off x="6551774" y="4345888"/>
              <a:ext cx="150129" cy="143298"/>
              <a:chOff x="7067843" y="717976"/>
              <a:chExt cx="201168" cy="206147"/>
            </a:xfrm>
          </p:grpSpPr>
          <p:sp>
            <p:nvSpPr>
              <p:cNvPr id="211" name="Shape 71">
                <a:extLst>
                  <a:ext uri="{FF2B5EF4-FFF2-40B4-BE49-F238E27FC236}">
                    <a16:creationId xmlns:a16="http://schemas.microsoft.com/office/drawing/2014/main" id="{9C56EC6E-DE77-0C83-9FF6-A03E2BF46F6C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2" name="Shape 72">
                <a:extLst>
                  <a:ext uri="{FF2B5EF4-FFF2-40B4-BE49-F238E27FC236}">
                    <a16:creationId xmlns:a16="http://schemas.microsoft.com/office/drawing/2014/main" id="{ECEA4EB9-34D7-1509-115F-81A2F899F1AF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72550B91-BA95-F1CE-AEBB-343FA74E1DCF}"/>
                </a:ext>
              </a:extLst>
            </p:cNvPr>
            <p:cNvGrpSpPr/>
            <p:nvPr/>
          </p:nvGrpSpPr>
          <p:grpSpPr>
            <a:xfrm>
              <a:off x="6133206" y="4136220"/>
              <a:ext cx="150129" cy="143298"/>
              <a:chOff x="7067843" y="717976"/>
              <a:chExt cx="201168" cy="206147"/>
            </a:xfrm>
          </p:grpSpPr>
          <p:sp>
            <p:nvSpPr>
              <p:cNvPr id="179" name="Shape 71">
                <a:extLst>
                  <a:ext uri="{FF2B5EF4-FFF2-40B4-BE49-F238E27FC236}">
                    <a16:creationId xmlns:a16="http://schemas.microsoft.com/office/drawing/2014/main" id="{45633C5C-8D29-7E5D-4F80-B0E7EB56A1CE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99" name="Shape 72">
                <a:extLst>
                  <a:ext uri="{FF2B5EF4-FFF2-40B4-BE49-F238E27FC236}">
                    <a16:creationId xmlns:a16="http://schemas.microsoft.com/office/drawing/2014/main" id="{C8126350-F6E1-9119-F0DA-5FCB8CB2A158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0FBF21F0-1808-2A6D-9385-76FA472BA363}"/>
                </a:ext>
              </a:extLst>
            </p:cNvPr>
            <p:cNvGrpSpPr/>
            <p:nvPr/>
          </p:nvGrpSpPr>
          <p:grpSpPr>
            <a:xfrm>
              <a:off x="6417111" y="4073258"/>
              <a:ext cx="150129" cy="143298"/>
              <a:chOff x="7067843" y="717976"/>
              <a:chExt cx="201168" cy="206147"/>
            </a:xfrm>
          </p:grpSpPr>
          <p:sp>
            <p:nvSpPr>
              <p:cNvPr id="177" name="Shape 71">
                <a:extLst>
                  <a:ext uri="{FF2B5EF4-FFF2-40B4-BE49-F238E27FC236}">
                    <a16:creationId xmlns:a16="http://schemas.microsoft.com/office/drawing/2014/main" id="{57B8834F-1292-A9C9-E6F4-8230533DD357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8" name="Shape 72">
                <a:extLst>
                  <a:ext uri="{FF2B5EF4-FFF2-40B4-BE49-F238E27FC236}">
                    <a16:creationId xmlns:a16="http://schemas.microsoft.com/office/drawing/2014/main" id="{3D2756C7-5135-684B-6F84-D468F0CD7575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401919C3-FA8D-A341-D35D-63A587FA79E2}"/>
                </a:ext>
              </a:extLst>
            </p:cNvPr>
            <p:cNvGrpSpPr/>
            <p:nvPr/>
          </p:nvGrpSpPr>
          <p:grpSpPr>
            <a:xfrm>
              <a:off x="6080407" y="3918032"/>
              <a:ext cx="150129" cy="143298"/>
              <a:chOff x="7067843" y="717976"/>
              <a:chExt cx="201168" cy="206147"/>
            </a:xfrm>
          </p:grpSpPr>
          <p:sp>
            <p:nvSpPr>
              <p:cNvPr id="175" name="Shape 71">
                <a:extLst>
                  <a:ext uri="{FF2B5EF4-FFF2-40B4-BE49-F238E27FC236}">
                    <a16:creationId xmlns:a16="http://schemas.microsoft.com/office/drawing/2014/main" id="{ABAC8FB9-979A-8ADF-E04F-297B16C07904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6" name="Shape 72">
                <a:extLst>
                  <a:ext uri="{FF2B5EF4-FFF2-40B4-BE49-F238E27FC236}">
                    <a16:creationId xmlns:a16="http://schemas.microsoft.com/office/drawing/2014/main" id="{BF7D4B27-661B-0B63-7A53-DF7979D2F6C0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807E6AF0-A093-8A85-45EE-88DE74B6E41C}"/>
                </a:ext>
              </a:extLst>
            </p:cNvPr>
            <p:cNvGrpSpPr/>
            <p:nvPr/>
          </p:nvGrpSpPr>
          <p:grpSpPr>
            <a:xfrm>
              <a:off x="5725309" y="4154223"/>
              <a:ext cx="136481" cy="127125"/>
              <a:chOff x="1874520" y="1444752"/>
              <a:chExt cx="182880" cy="182880"/>
            </a:xfrm>
          </p:grpSpPr>
          <p:sp>
            <p:nvSpPr>
              <p:cNvPr id="165" name="Shape 23">
                <a:extLst>
                  <a:ext uri="{FF2B5EF4-FFF2-40B4-BE49-F238E27FC236}">
                    <a16:creationId xmlns:a16="http://schemas.microsoft.com/office/drawing/2014/main" id="{FA3DB74C-9AF1-0E3A-8967-B71A2489CFBA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DEBD0"/>
              </a:solidFill>
              <a:ln w="9525">
                <a:solidFill>
                  <a:srgbClr val="F8944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Shape 24">
                <a:extLst>
                  <a:ext uri="{FF2B5EF4-FFF2-40B4-BE49-F238E27FC236}">
                    <a16:creationId xmlns:a16="http://schemas.microsoft.com/office/drawing/2014/main" id="{052150C1-19F5-72E4-6B64-AA02C2B26D87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F89441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57436BF9-6003-A762-9EE6-17A1796775DB}"/>
                </a:ext>
              </a:extLst>
            </p:cNvPr>
            <p:cNvGrpSpPr/>
            <p:nvPr/>
          </p:nvGrpSpPr>
          <p:grpSpPr>
            <a:xfrm>
              <a:off x="5705688" y="4144907"/>
              <a:ext cx="162307" cy="148115"/>
              <a:chOff x="2752253" y="2670772"/>
              <a:chExt cx="218792" cy="256515"/>
            </a:xfrm>
          </p:grpSpPr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8B890E26-2E89-5970-0EBE-BCA6FEBF60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C6254783-B5F4-52A1-EE50-0539A132EA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8349364D-D66F-2CF6-05AC-6E030BD8C8DE}"/>
                </a:ext>
              </a:extLst>
            </p:cNvPr>
            <p:cNvGrpSpPr/>
            <p:nvPr/>
          </p:nvGrpSpPr>
          <p:grpSpPr>
            <a:xfrm>
              <a:off x="6262411" y="4363954"/>
              <a:ext cx="162307" cy="148115"/>
              <a:chOff x="2752253" y="2670772"/>
              <a:chExt cx="218792" cy="256515"/>
            </a:xfrm>
          </p:grpSpPr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59AA00C0-9B26-499D-857F-6C01355B23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475E2102-CE4A-65C9-0A22-508F54A35B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1FF52893-092F-EA21-CBF1-D93EAFC1984E}"/>
                </a:ext>
              </a:extLst>
            </p:cNvPr>
            <p:cNvGrpSpPr/>
            <p:nvPr/>
          </p:nvGrpSpPr>
          <p:grpSpPr>
            <a:xfrm>
              <a:off x="6133206" y="4584530"/>
              <a:ext cx="150129" cy="139837"/>
              <a:chOff x="1225296" y="1527048"/>
              <a:chExt cx="201168" cy="201168"/>
            </a:xfrm>
          </p:grpSpPr>
          <p:sp>
            <p:nvSpPr>
              <p:cNvPr id="158" name="Shape 15">
                <a:extLst>
                  <a:ext uri="{FF2B5EF4-FFF2-40B4-BE49-F238E27FC236}">
                    <a16:creationId xmlns:a16="http://schemas.microsoft.com/office/drawing/2014/main" id="{ECB44F24-98E1-9080-D6ED-E3212BAB33ED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Shape 16">
                <a:extLst>
                  <a:ext uri="{FF2B5EF4-FFF2-40B4-BE49-F238E27FC236}">
                    <a16:creationId xmlns:a16="http://schemas.microsoft.com/office/drawing/2014/main" id="{3421D34E-3A49-EA5C-08EB-CC495A763F80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5285D054-9543-85A2-517C-D754106647BD}"/>
                </a:ext>
              </a:extLst>
            </p:cNvPr>
            <p:cNvGrpSpPr/>
            <p:nvPr/>
          </p:nvGrpSpPr>
          <p:grpSpPr>
            <a:xfrm>
              <a:off x="6695333" y="4530219"/>
              <a:ext cx="150129" cy="143298"/>
              <a:chOff x="7067843" y="717976"/>
              <a:chExt cx="201168" cy="206147"/>
            </a:xfrm>
          </p:grpSpPr>
          <p:sp>
            <p:nvSpPr>
              <p:cNvPr id="156" name="Shape 71">
                <a:extLst>
                  <a:ext uri="{FF2B5EF4-FFF2-40B4-BE49-F238E27FC236}">
                    <a16:creationId xmlns:a16="http://schemas.microsoft.com/office/drawing/2014/main" id="{7B9A95FC-8A59-4C08-0542-2D0A54073C17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7" name="Shape 72">
                <a:extLst>
                  <a:ext uri="{FF2B5EF4-FFF2-40B4-BE49-F238E27FC236}">
                    <a16:creationId xmlns:a16="http://schemas.microsoft.com/office/drawing/2014/main" id="{91D6A526-14AB-27D2-B38D-542B5D09AFC8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C1C880A8-43FC-894A-136F-59CA3EEDABB9}"/>
                </a:ext>
              </a:extLst>
            </p:cNvPr>
            <p:cNvGrpSpPr/>
            <p:nvPr/>
          </p:nvGrpSpPr>
          <p:grpSpPr>
            <a:xfrm>
              <a:off x="6701903" y="4089053"/>
              <a:ext cx="150129" cy="143298"/>
              <a:chOff x="7067843" y="717976"/>
              <a:chExt cx="201168" cy="206147"/>
            </a:xfrm>
          </p:grpSpPr>
          <p:sp>
            <p:nvSpPr>
              <p:cNvPr id="154" name="Shape 71">
                <a:extLst>
                  <a:ext uri="{FF2B5EF4-FFF2-40B4-BE49-F238E27FC236}">
                    <a16:creationId xmlns:a16="http://schemas.microsoft.com/office/drawing/2014/main" id="{E5B9A8C0-0DCD-A341-28A3-09800D34B01E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5" name="Shape 72">
                <a:extLst>
                  <a:ext uri="{FF2B5EF4-FFF2-40B4-BE49-F238E27FC236}">
                    <a16:creationId xmlns:a16="http://schemas.microsoft.com/office/drawing/2014/main" id="{B663E185-185C-2B7F-C996-AA85C6439A75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8366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F7E48-508B-EF66-4B66-FB0F8D4FC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>
            <a:extLst>
              <a:ext uri="{FF2B5EF4-FFF2-40B4-BE49-F238E27FC236}">
                <a16:creationId xmlns:a16="http://schemas.microsoft.com/office/drawing/2014/main" id="{0E987EA4-F647-AA33-5EF1-CBFA300C5D57}"/>
              </a:ext>
            </a:extLst>
          </p:cNvPr>
          <p:cNvSpPr/>
          <p:nvPr/>
        </p:nvSpPr>
        <p:spPr>
          <a:xfrm>
            <a:off x="122548" y="752978"/>
            <a:ext cx="8946038" cy="322217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3" name="Shape 2">
            <a:extLst>
              <a:ext uri="{FF2B5EF4-FFF2-40B4-BE49-F238E27FC236}">
                <a16:creationId xmlns:a16="http://schemas.microsoft.com/office/drawing/2014/main" id="{5F5DEFFD-EBA9-2752-B0E8-568650986599}"/>
              </a:ext>
            </a:extLst>
          </p:cNvPr>
          <p:cNvSpPr/>
          <p:nvPr/>
        </p:nvSpPr>
        <p:spPr>
          <a:xfrm>
            <a:off x="7825863" y="1965289"/>
            <a:ext cx="1141529" cy="1094096"/>
          </a:xfrm>
          <a:prstGeom prst="roundRect">
            <a:avLst>
              <a:gd name="adj" fmla="val 12308"/>
            </a:avLst>
          </a:prstGeom>
          <a:solidFill>
            <a:schemeClr val="bg1">
              <a:lumMod val="95000"/>
              <a:alpha val="95898"/>
            </a:scheme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2" name="Shape 5">
            <a:extLst>
              <a:ext uri="{FF2B5EF4-FFF2-40B4-BE49-F238E27FC236}">
                <a16:creationId xmlns:a16="http://schemas.microsoft.com/office/drawing/2014/main" id="{50C7D68A-E297-BEB7-02C7-50BC919B4251}"/>
              </a:ext>
            </a:extLst>
          </p:cNvPr>
          <p:cNvSpPr/>
          <p:nvPr/>
        </p:nvSpPr>
        <p:spPr>
          <a:xfrm>
            <a:off x="5512435" y="1686655"/>
            <a:ext cx="2028445" cy="1670588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1" name="Shape 5">
            <a:extLst>
              <a:ext uri="{FF2B5EF4-FFF2-40B4-BE49-F238E27FC236}">
                <a16:creationId xmlns:a16="http://schemas.microsoft.com/office/drawing/2014/main" id="{2DEE9611-5CDB-3B91-2477-9C082B8DF56C}"/>
              </a:ext>
            </a:extLst>
          </p:cNvPr>
          <p:cNvSpPr/>
          <p:nvPr/>
        </p:nvSpPr>
        <p:spPr>
          <a:xfrm>
            <a:off x="3656554" y="1699365"/>
            <a:ext cx="1587236" cy="1657878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ECEDB44-42BE-71E7-1AF9-BD1417ABE33B}"/>
              </a:ext>
            </a:extLst>
          </p:cNvPr>
          <p:cNvSpPr/>
          <p:nvPr/>
        </p:nvSpPr>
        <p:spPr>
          <a:xfrm>
            <a:off x="176608" y="1942232"/>
            <a:ext cx="1280190" cy="1094096"/>
          </a:xfrm>
          <a:prstGeom prst="roundRect">
            <a:avLst>
              <a:gd name="adj" fmla="val 12308"/>
            </a:avLst>
          </a:prstGeom>
          <a:solidFill>
            <a:schemeClr val="bg1">
              <a:lumMod val="95000"/>
              <a:alpha val="95898"/>
            </a:scheme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0583D485-02FB-D0CC-17E7-90573FBFACBB}"/>
              </a:ext>
            </a:extLst>
          </p:cNvPr>
          <p:cNvSpPr/>
          <p:nvPr/>
        </p:nvSpPr>
        <p:spPr>
          <a:xfrm>
            <a:off x="172908" y="2141702"/>
            <a:ext cx="1287589" cy="53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User-specified model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any model class accepted</a:t>
            </a:r>
            <a:endParaRPr lang="en-US" sz="1200" b="1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  <a:ea typeface="等线" panose="02010600030101010101" pitchFamily="2" charset="-122"/>
              </a:rPr>
              <a:t>community()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901399D3-1EA5-5EA5-6C1A-9FC482F96945}"/>
              </a:ext>
            </a:extLst>
          </p:cNvPr>
          <p:cNvSpPr/>
          <p:nvPr/>
        </p:nvSpPr>
        <p:spPr>
          <a:xfrm>
            <a:off x="1717586" y="1686655"/>
            <a:ext cx="1649866" cy="1670589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EB293B96-D056-A1BD-505F-9076E69E0714}"/>
              </a:ext>
            </a:extLst>
          </p:cNvPr>
          <p:cNvSpPr/>
          <p:nvPr/>
        </p:nvSpPr>
        <p:spPr>
          <a:xfrm>
            <a:off x="3530232" y="1729771"/>
            <a:ext cx="1844903" cy="774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300" b="1" dirty="0"/>
              <a:t>2.</a:t>
            </a:r>
            <a:r>
              <a:rPr lang="zh-CN" altLang="en-US" sz="1300" b="1" dirty="0"/>
              <a:t> </a:t>
            </a:r>
            <a:r>
              <a:rPr lang="en-US" sz="1300" b="1" dirty="0"/>
              <a:t>Integrate dynamics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 err="1">
                <a:solidFill>
                  <a:schemeClr val="bg1">
                    <a:lumMod val="50000"/>
                  </a:schemeClr>
                </a:solidFill>
                <a:latin typeface="Calibri" panose="020F0502020204030204"/>
                <a:ea typeface="等线" panose="02010600030101010101" pitchFamily="2" charset="-122"/>
              </a:rPr>
              <a:t>integrationParams</a:t>
            </a:r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()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coD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yn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()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ctr"/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D430FFBF-3F65-CB05-7E22-2C05FF0E8915}"/>
              </a:ext>
            </a:extLst>
          </p:cNvPr>
          <p:cNvSpPr/>
          <p:nvPr/>
        </p:nvSpPr>
        <p:spPr>
          <a:xfrm>
            <a:off x="1727123" y="1668109"/>
            <a:ext cx="164736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300" b="1" dirty="0"/>
              <a:t>1</a:t>
            </a:r>
            <a:r>
              <a:rPr lang="en-US" sz="1300" b="1" dirty="0"/>
              <a:t>. Introduce mutant</a:t>
            </a:r>
          </a:p>
          <a:p>
            <a:pPr algn="ctr"/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m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utation</a:t>
            </a:r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Generator()</a:t>
            </a:r>
            <a:endParaRPr lang="en-US" sz="1300" dirty="0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993CFA6F-DAFE-59CD-310A-08047E139F31}"/>
              </a:ext>
            </a:extLst>
          </p:cNvPr>
          <p:cNvSpPr/>
          <p:nvPr/>
        </p:nvSpPr>
        <p:spPr>
          <a:xfrm>
            <a:off x="5539126" y="1677016"/>
            <a:ext cx="2006624" cy="576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3. Prune extinct phenotypes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b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elow</a:t>
            </a:r>
            <a:r>
              <a:rPr lang="zh-CN" altLang="en-US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extThreshold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Text 20">
            <a:extLst>
              <a:ext uri="{FF2B5EF4-FFF2-40B4-BE49-F238E27FC236}">
                <a16:creationId xmlns:a16="http://schemas.microsoft.com/office/drawing/2014/main" id="{1E20524C-C082-2572-FB87-DAAD4C712C88}"/>
              </a:ext>
            </a:extLst>
          </p:cNvPr>
          <p:cNvSpPr/>
          <p:nvPr/>
        </p:nvSpPr>
        <p:spPr>
          <a:xfrm>
            <a:off x="7856096" y="2090658"/>
            <a:ext cx="1111296" cy="635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300" b="1" dirty="0"/>
              <a:t>Evolutionary</a:t>
            </a:r>
            <a:r>
              <a:rPr lang="zh-CN" altLang="en-US" sz="1300" b="1" dirty="0"/>
              <a:t> </a:t>
            </a:r>
            <a:r>
              <a:rPr lang="en-US" altLang="zh-CN" sz="1300" b="1" dirty="0"/>
              <a:t>history</a:t>
            </a:r>
            <a:endParaRPr lang="en-US" sz="1300" b="1" dirty="0"/>
          </a:p>
          <a:p>
            <a:pPr marL="0" indent="0" algn="ctr">
              <a:buNone/>
            </a:pPr>
            <a:r>
              <a:rPr lang="en-US" altLang="zh-CN" sz="1100" dirty="0" err="1">
                <a:solidFill>
                  <a:schemeClr val="bg2">
                    <a:lumMod val="50000"/>
                  </a:schemeClr>
                </a:solidFill>
              </a:rPr>
              <a:t>EvoH</a:t>
            </a:r>
            <a:r>
              <a:rPr lang="en-US" sz="1100" dirty="0" err="1">
                <a:solidFill>
                  <a:schemeClr val="bg2">
                    <a:lumMod val="50000"/>
                  </a:schemeClr>
                </a:solidFill>
              </a:rPr>
              <a:t>ist</a:t>
            </a:r>
            <a:r>
              <a:rPr lang="en-US" altLang="zh-CN" sz="1100" dirty="0" err="1">
                <a:solidFill>
                  <a:schemeClr val="bg2">
                    <a:lumMod val="50000"/>
                  </a:schemeClr>
                </a:solidFill>
              </a:rPr>
              <a:t>ory</a:t>
            </a:r>
            <a:r>
              <a:rPr lang="en-US" altLang="zh-CN" sz="1100" dirty="0">
                <a:solidFill>
                  <a:schemeClr val="bg2">
                    <a:lumMod val="50000"/>
                  </a:schemeClr>
                </a:solidFill>
              </a:rPr>
              <a:t>()</a:t>
            </a:r>
          </a:p>
        </p:txBody>
      </p: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25F05CAD-590A-0897-9B13-B4DDC0F8E900}"/>
              </a:ext>
            </a:extLst>
          </p:cNvPr>
          <p:cNvCxnSpPr>
            <a:cxnSpLocks/>
            <a:stCxn id="6" idx="2"/>
            <a:endCxn id="152" idx="2"/>
          </p:cNvCxnSpPr>
          <p:nvPr/>
        </p:nvCxnSpPr>
        <p:spPr>
          <a:xfrm rot="5400000" flipH="1" flipV="1">
            <a:off x="4534587" y="1365174"/>
            <a:ext cx="1" cy="3984139"/>
          </a:xfrm>
          <a:prstGeom prst="bentConnector3">
            <a:avLst>
              <a:gd name="adj1" fmla="val -22860000000"/>
            </a:avLst>
          </a:prstGeom>
          <a:ln w="12700">
            <a:solidFill>
              <a:schemeClr val="bg2">
                <a:lumMod val="50000"/>
              </a:schemeClr>
            </a:solidFill>
            <a:prstDash val="lg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 17">
            <a:extLst>
              <a:ext uri="{FF2B5EF4-FFF2-40B4-BE49-F238E27FC236}">
                <a16:creationId xmlns:a16="http://schemas.microsoft.com/office/drawing/2014/main" id="{0DC40214-F713-9702-9945-438586CEDADC}"/>
              </a:ext>
            </a:extLst>
          </p:cNvPr>
          <p:cNvSpPr/>
          <p:nvPr/>
        </p:nvSpPr>
        <p:spPr>
          <a:xfrm>
            <a:off x="3989314" y="35566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900" i="1" dirty="0">
                <a:solidFill>
                  <a:srgbClr val="5F5E5A"/>
                </a:solidFill>
              </a:rPr>
              <a:t>inner</a:t>
            </a:r>
            <a:r>
              <a:rPr lang="zh-CN" altLang="en-US" sz="900" i="1" dirty="0">
                <a:solidFill>
                  <a:srgbClr val="5F5E5A"/>
                </a:solidFill>
              </a:rPr>
              <a:t> </a:t>
            </a:r>
            <a:r>
              <a:rPr lang="en-US" altLang="zh-CN" sz="900" i="1" dirty="0">
                <a:solidFill>
                  <a:srgbClr val="5F5E5A"/>
                </a:solidFill>
              </a:rPr>
              <a:t>loop</a:t>
            </a:r>
            <a:endParaRPr lang="en-US" sz="9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0EEB544-ACA2-1A59-6528-8D7A9420C31F}"/>
              </a:ext>
            </a:extLst>
          </p:cNvPr>
          <p:cNvSpPr txBox="1"/>
          <p:nvPr/>
        </p:nvSpPr>
        <p:spPr>
          <a:xfrm>
            <a:off x="5892509" y="1368449"/>
            <a:ext cx="12682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i="1" dirty="0"/>
              <a:t>Evolutionary</a:t>
            </a:r>
            <a:r>
              <a:rPr lang="zh-CN" altLang="en-US" sz="1100" i="1" dirty="0"/>
              <a:t> </a:t>
            </a:r>
            <a:r>
              <a:rPr lang="en-US" altLang="zh-CN" sz="1100" i="1" dirty="0"/>
              <a:t>phase</a:t>
            </a:r>
            <a:endParaRPr lang="en-US" sz="1100" i="1" dirty="0"/>
          </a:p>
        </p:txBody>
      </p:sp>
      <p:sp>
        <p:nvSpPr>
          <p:cNvPr id="168" name="Text 1">
            <a:extLst>
              <a:ext uri="{FF2B5EF4-FFF2-40B4-BE49-F238E27FC236}">
                <a16:creationId xmlns:a16="http://schemas.microsoft.com/office/drawing/2014/main" id="{3DE5583D-C40D-5908-123A-9FCFE21AE7FE}"/>
              </a:ext>
            </a:extLst>
          </p:cNvPr>
          <p:cNvSpPr/>
          <p:nvPr/>
        </p:nvSpPr>
        <p:spPr>
          <a:xfrm>
            <a:off x="312867" y="72069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</a:rPr>
              <a:t>outer loop — repeat for N mutation events</a:t>
            </a:r>
            <a:endParaRPr lang="en-US" sz="1000" dirty="0"/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620A742C-FC14-2CCC-A61A-6EB3D17DB92E}"/>
              </a:ext>
            </a:extLst>
          </p:cNvPr>
          <p:cNvCxnSpPr>
            <a:cxnSpLocks/>
          </p:cNvCxnSpPr>
          <p:nvPr/>
        </p:nvCxnSpPr>
        <p:spPr>
          <a:xfrm>
            <a:off x="1510701" y="2497501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DE59BD28-9FBC-845B-7903-A72C4FEE6319}"/>
              </a:ext>
            </a:extLst>
          </p:cNvPr>
          <p:cNvCxnSpPr>
            <a:cxnSpLocks/>
          </p:cNvCxnSpPr>
          <p:nvPr/>
        </p:nvCxnSpPr>
        <p:spPr>
          <a:xfrm>
            <a:off x="3421113" y="2493520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627205FC-6C64-D7E0-3C12-65A2CAB15F12}"/>
              </a:ext>
            </a:extLst>
          </p:cNvPr>
          <p:cNvCxnSpPr>
            <a:cxnSpLocks/>
          </p:cNvCxnSpPr>
          <p:nvPr/>
        </p:nvCxnSpPr>
        <p:spPr>
          <a:xfrm>
            <a:off x="5276858" y="2489279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FCD5F150-E5AB-DF4E-A325-123247A731CB}"/>
              </a:ext>
            </a:extLst>
          </p:cNvPr>
          <p:cNvCxnSpPr>
            <a:cxnSpLocks/>
          </p:cNvCxnSpPr>
          <p:nvPr/>
        </p:nvCxnSpPr>
        <p:spPr>
          <a:xfrm>
            <a:off x="7590381" y="2489279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090DD82D-1BA0-F65A-CC15-616BC0394277}"/>
              </a:ext>
            </a:extLst>
          </p:cNvPr>
          <p:cNvSpPr txBox="1"/>
          <p:nvPr/>
        </p:nvSpPr>
        <p:spPr>
          <a:xfrm>
            <a:off x="3870526" y="1368449"/>
            <a:ext cx="11592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i="1" dirty="0"/>
              <a:t>Ecological</a:t>
            </a:r>
            <a:r>
              <a:rPr lang="zh-CN" altLang="en-US" sz="1100" i="1" dirty="0"/>
              <a:t> </a:t>
            </a:r>
            <a:r>
              <a:rPr lang="en-US" altLang="zh-CN" sz="1100" i="1" dirty="0"/>
              <a:t>phase</a:t>
            </a:r>
            <a:endParaRPr lang="en-US" sz="1100" i="1" dirty="0"/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BDA568DB-668B-BB6D-F9FB-DCF2F9368E01}"/>
              </a:ext>
            </a:extLst>
          </p:cNvPr>
          <p:cNvGrpSpPr/>
          <p:nvPr/>
        </p:nvGrpSpPr>
        <p:grpSpPr>
          <a:xfrm>
            <a:off x="1927809" y="2206927"/>
            <a:ext cx="1704805" cy="1008947"/>
            <a:chOff x="5512553" y="834494"/>
            <a:chExt cx="2219565" cy="1303222"/>
          </a:xfrm>
        </p:grpSpPr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867D6272-C44F-D54E-D99E-C4F4A800058C}"/>
                </a:ext>
              </a:extLst>
            </p:cNvPr>
            <p:cNvGrpSpPr/>
            <p:nvPr/>
          </p:nvGrpSpPr>
          <p:grpSpPr>
            <a:xfrm>
              <a:off x="7019815" y="1167405"/>
              <a:ext cx="179024" cy="162648"/>
              <a:chOff x="7067843" y="717976"/>
              <a:chExt cx="201168" cy="206147"/>
            </a:xfrm>
          </p:grpSpPr>
          <p:sp>
            <p:nvSpPr>
              <p:cNvPr id="307" name="Shape 71">
                <a:extLst>
                  <a:ext uri="{FF2B5EF4-FFF2-40B4-BE49-F238E27FC236}">
                    <a16:creationId xmlns:a16="http://schemas.microsoft.com/office/drawing/2014/main" id="{D25B75D0-AF82-24F4-36C5-3EED9A9F7006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08" name="Shape 72">
                <a:extLst>
                  <a:ext uri="{FF2B5EF4-FFF2-40B4-BE49-F238E27FC236}">
                    <a16:creationId xmlns:a16="http://schemas.microsoft.com/office/drawing/2014/main" id="{D7D85E2C-3AAD-A0C6-FD13-BA763153B426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9C12D214-EF19-781C-924D-BE45F2B81560}"/>
                </a:ext>
              </a:extLst>
            </p:cNvPr>
            <p:cNvSpPr txBox="1"/>
            <p:nvPr/>
          </p:nvSpPr>
          <p:spPr>
            <a:xfrm>
              <a:off x="6165675" y="834494"/>
              <a:ext cx="1566443" cy="337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/>
                <a:t>a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new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mutant</a:t>
              </a:r>
              <a:endParaRPr lang="en-US" sz="1100" dirty="0"/>
            </a:p>
          </p:txBody>
        </p:sp>
        <p:cxnSp>
          <p:nvCxnSpPr>
            <p:cNvPr id="203" name="Curved Connector 202">
              <a:extLst>
                <a:ext uri="{FF2B5EF4-FFF2-40B4-BE49-F238E27FC236}">
                  <a16:creationId xmlns:a16="http://schemas.microsoft.com/office/drawing/2014/main" id="{B3A2A498-19F6-E569-DC08-BF903D8203E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746350" y="1200191"/>
              <a:ext cx="162647" cy="242445"/>
            </a:xfrm>
            <a:prstGeom prst="curvedConnector2">
              <a:avLst/>
            </a:prstGeom>
            <a:ln w="9525">
              <a:solidFill>
                <a:schemeClr val="accent2">
                  <a:lumMod val="50000"/>
                  <a:alpha val="89000"/>
                </a:schemeClr>
              </a:solidFill>
              <a:headEnd type="none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BCFDC75-B22C-B901-2FD4-58DAEEC78054}"/>
                </a:ext>
              </a:extLst>
            </p:cNvPr>
            <p:cNvGrpSpPr/>
            <p:nvPr/>
          </p:nvGrpSpPr>
          <p:grpSpPr>
            <a:xfrm>
              <a:off x="6209408" y="1482455"/>
              <a:ext cx="186961" cy="186850"/>
              <a:chOff x="1225296" y="1527048"/>
              <a:chExt cx="201168" cy="201168"/>
            </a:xfrm>
          </p:grpSpPr>
          <p:sp>
            <p:nvSpPr>
              <p:cNvPr id="305" name="Shape 15">
                <a:extLst>
                  <a:ext uri="{FF2B5EF4-FFF2-40B4-BE49-F238E27FC236}">
                    <a16:creationId xmlns:a16="http://schemas.microsoft.com/office/drawing/2014/main" id="{20B6EAE3-E220-E2E7-B5D1-42413B5ED244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" name="Shape 16">
                <a:extLst>
                  <a:ext uri="{FF2B5EF4-FFF2-40B4-BE49-F238E27FC236}">
                    <a16:creationId xmlns:a16="http://schemas.microsoft.com/office/drawing/2014/main" id="{F706DDBC-C32F-AED1-EC17-BAAF17A6810D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635AA92F-9707-7ECD-716F-3F43B5CEB823}"/>
                </a:ext>
              </a:extLst>
            </p:cNvPr>
            <p:cNvGrpSpPr/>
            <p:nvPr/>
          </p:nvGrpSpPr>
          <p:grpSpPr>
            <a:xfrm>
              <a:off x="6587600" y="1421812"/>
              <a:ext cx="169964" cy="169864"/>
              <a:chOff x="1874520" y="1444752"/>
              <a:chExt cx="182880" cy="182880"/>
            </a:xfrm>
          </p:grpSpPr>
          <p:sp>
            <p:nvSpPr>
              <p:cNvPr id="303" name="Shape 23">
                <a:extLst>
                  <a:ext uri="{FF2B5EF4-FFF2-40B4-BE49-F238E27FC236}">
                    <a16:creationId xmlns:a16="http://schemas.microsoft.com/office/drawing/2014/main" id="{BB02CD22-86E9-EA70-2B6F-EEE5071AA9CA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AE8E3"/>
              </a:solidFill>
              <a:ln w="9525">
                <a:solidFill>
                  <a:srgbClr val="DC4B1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" name="Shape 24">
                <a:extLst>
                  <a:ext uri="{FF2B5EF4-FFF2-40B4-BE49-F238E27FC236}">
                    <a16:creationId xmlns:a16="http://schemas.microsoft.com/office/drawing/2014/main" id="{FFDBA626-57E5-A2AF-4C8D-7670A8A1A75B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DC4B1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FF691D7E-3735-6F52-080E-B940B95F7461}"/>
                </a:ext>
              </a:extLst>
            </p:cNvPr>
            <p:cNvGrpSpPr/>
            <p:nvPr/>
          </p:nvGrpSpPr>
          <p:grpSpPr>
            <a:xfrm>
              <a:off x="5754578" y="1914888"/>
              <a:ext cx="186961" cy="186850"/>
              <a:chOff x="1225296" y="1527048"/>
              <a:chExt cx="201168" cy="201168"/>
            </a:xfrm>
          </p:grpSpPr>
          <p:sp>
            <p:nvSpPr>
              <p:cNvPr id="301" name="Shape 15">
                <a:extLst>
                  <a:ext uri="{FF2B5EF4-FFF2-40B4-BE49-F238E27FC236}">
                    <a16:creationId xmlns:a16="http://schemas.microsoft.com/office/drawing/2014/main" id="{AB6366CF-2F35-F998-0B57-0084768C3528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" name="Shape 16">
                <a:extLst>
                  <a:ext uri="{FF2B5EF4-FFF2-40B4-BE49-F238E27FC236}">
                    <a16:creationId xmlns:a16="http://schemas.microsoft.com/office/drawing/2014/main" id="{22EABC5F-013D-17E9-AA43-FE18DE577793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12A64D69-0781-E8EA-1F59-85AF84E469AF}"/>
                </a:ext>
              </a:extLst>
            </p:cNvPr>
            <p:cNvGrpSpPr/>
            <p:nvPr/>
          </p:nvGrpSpPr>
          <p:grpSpPr>
            <a:xfrm>
              <a:off x="5512556" y="1636033"/>
              <a:ext cx="169964" cy="169864"/>
              <a:chOff x="1874520" y="1444752"/>
              <a:chExt cx="182880" cy="182880"/>
            </a:xfrm>
          </p:grpSpPr>
          <p:sp>
            <p:nvSpPr>
              <p:cNvPr id="299" name="Shape 23">
                <a:extLst>
                  <a:ext uri="{FF2B5EF4-FFF2-40B4-BE49-F238E27FC236}">
                    <a16:creationId xmlns:a16="http://schemas.microsoft.com/office/drawing/2014/main" id="{2D205761-7F73-00B1-687D-006AFF1226EB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AE8E3"/>
              </a:solidFill>
              <a:ln w="9525">
                <a:solidFill>
                  <a:srgbClr val="DC4B1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Shape 24">
                <a:extLst>
                  <a:ext uri="{FF2B5EF4-FFF2-40B4-BE49-F238E27FC236}">
                    <a16:creationId xmlns:a16="http://schemas.microsoft.com/office/drawing/2014/main" id="{4A9259B1-4C68-84F1-78E1-F7EAA8F616B6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DC4B1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2720BD8B-78F0-CEA8-B353-8C8D1BDE03F2}"/>
                </a:ext>
              </a:extLst>
            </p:cNvPr>
            <p:cNvGrpSpPr/>
            <p:nvPr/>
          </p:nvGrpSpPr>
          <p:grpSpPr>
            <a:xfrm>
              <a:off x="6291301" y="1950866"/>
              <a:ext cx="186961" cy="186850"/>
              <a:chOff x="1225296" y="1527048"/>
              <a:chExt cx="201168" cy="201168"/>
            </a:xfrm>
          </p:grpSpPr>
          <p:sp>
            <p:nvSpPr>
              <p:cNvPr id="297" name="Shape 15">
                <a:extLst>
                  <a:ext uri="{FF2B5EF4-FFF2-40B4-BE49-F238E27FC236}">
                    <a16:creationId xmlns:a16="http://schemas.microsoft.com/office/drawing/2014/main" id="{D9B70BDF-4844-AACA-C9BC-2405860B6724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" name="Shape 16">
                <a:extLst>
                  <a:ext uri="{FF2B5EF4-FFF2-40B4-BE49-F238E27FC236}">
                    <a16:creationId xmlns:a16="http://schemas.microsoft.com/office/drawing/2014/main" id="{B4FC933E-DD5F-3F67-3910-AEE12A6D120E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CA1BF2F4-F732-7750-74C3-9BD6CDB2CADC}"/>
                </a:ext>
              </a:extLst>
            </p:cNvPr>
            <p:cNvGrpSpPr/>
            <p:nvPr/>
          </p:nvGrpSpPr>
          <p:grpSpPr>
            <a:xfrm>
              <a:off x="6706459" y="1857441"/>
              <a:ext cx="186961" cy="186850"/>
              <a:chOff x="1225296" y="1527048"/>
              <a:chExt cx="201168" cy="201168"/>
            </a:xfrm>
          </p:grpSpPr>
          <p:sp>
            <p:nvSpPr>
              <p:cNvPr id="295" name="Shape 15">
                <a:extLst>
                  <a:ext uri="{FF2B5EF4-FFF2-40B4-BE49-F238E27FC236}">
                    <a16:creationId xmlns:a16="http://schemas.microsoft.com/office/drawing/2014/main" id="{523598E4-5EA1-64B3-FAED-E60ADD22B0C1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Shape 16">
                <a:extLst>
                  <a:ext uri="{FF2B5EF4-FFF2-40B4-BE49-F238E27FC236}">
                    <a16:creationId xmlns:a16="http://schemas.microsoft.com/office/drawing/2014/main" id="{32A185A9-7027-B10C-5BC9-A2E61A8D9E2F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67F748D4-7CD1-7F86-522C-47EB046C1409}"/>
                </a:ext>
              </a:extLst>
            </p:cNvPr>
            <p:cNvGrpSpPr/>
            <p:nvPr/>
          </p:nvGrpSpPr>
          <p:grpSpPr>
            <a:xfrm>
              <a:off x="5512553" y="1078603"/>
              <a:ext cx="169964" cy="169864"/>
              <a:chOff x="1874520" y="1444752"/>
              <a:chExt cx="182880" cy="182880"/>
            </a:xfrm>
          </p:grpSpPr>
          <p:sp>
            <p:nvSpPr>
              <p:cNvPr id="293" name="Shape 23">
                <a:extLst>
                  <a:ext uri="{FF2B5EF4-FFF2-40B4-BE49-F238E27FC236}">
                    <a16:creationId xmlns:a16="http://schemas.microsoft.com/office/drawing/2014/main" id="{879D0947-2681-3E05-C445-40B0075A61DC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AE8E3"/>
              </a:solidFill>
              <a:ln w="9525">
                <a:solidFill>
                  <a:srgbClr val="DC4B1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Shape 24">
                <a:extLst>
                  <a:ext uri="{FF2B5EF4-FFF2-40B4-BE49-F238E27FC236}">
                    <a16:creationId xmlns:a16="http://schemas.microsoft.com/office/drawing/2014/main" id="{C8FC2C12-53AC-3663-D968-FE937EEC96B1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DC4B1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62C92EA3-481D-ECB0-5036-83BD29D2DF2C}"/>
                </a:ext>
              </a:extLst>
            </p:cNvPr>
            <p:cNvGrpSpPr/>
            <p:nvPr/>
          </p:nvGrpSpPr>
          <p:grpSpPr>
            <a:xfrm>
              <a:off x="5971463" y="1658721"/>
              <a:ext cx="186961" cy="186850"/>
              <a:chOff x="1225296" y="1527048"/>
              <a:chExt cx="201168" cy="201168"/>
            </a:xfrm>
          </p:grpSpPr>
          <p:sp>
            <p:nvSpPr>
              <p:cNvPr id="291" name="Shape 15">
                <a:extLst>
                  <a:ext uri="{FF2B5EF4-FFF2-40B4-BE49-F238E27FC236}">
                    <a16:creationId xmlns:a16="http://schemas.microsoft.com/office/drawing/2014/main" id="{8A4A5F92-79E0-9F83-8BE4-B500709B4050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" name="Shape 16">
                <a:extLst>
                  <a:ext uri="{FF2B5EF4-FFF2-40B4-BE49-F238E27FC236}">
                    <a16:creationId xmlns:a16="http://schemas.microsoft.com/office/drawing/2014/main" id="{7B9E9D40-E461-3FCA-E742-EB6DE44DB1A9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776CD677-7CE0-55FD-BE71-D8AD41F90097}"/>
                </a:ext>
              </a:extLst>
            </p:cNvPr>
            <p:cNvGrpSpPr/>
            <p:nvPr/>
          </p:nvGrpSpPr>
          <p:grpSpPr>
            <a:xfrm>
              <a:off x="5719754" y="1319895"/>
              <a:ext cx="186961" cy="186850"/>
              <a:chOff x="1225296" y="1527048"/>
              <a:chExt cx="201168" cy="201168"/>
            </a:xfrm>
          </p:grpSpPr>
          <p:sp>
            <p:nvSpPr>
              <p:cNvPr id="288" name="Shape 15">
                <a:extLst>
                  <a:ext uri="{FF2B5EF4-FFF2-40B4-BE49-F238E27FC236}">
                    <a16:creationId xmlns:a16="http://schemas.microsoft.com/office/drawing/2014/main" id="{83E2F9C4-7390-F52B-E146-E7F49DCC005F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Shape 16">
                <a:extLst>
                  <a:ext uri="{FF2B5EF4-FFF2-40B4-BE49-F238E27FC236}">
                    <a16:creationId xmlns:a16="http://schemas.microsoft.com/office/drawing/2014/main" id="{9B5B0176-BC0D-FED6-FB63-3A442D35A509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C588FC19-7913-4B2D-770D-748FAA894B6E}"/>
              </a:ext>
            </a:extLst>
          </p:cNvPr>
          <p:cNvGrpSpPr/>
          <p:nvPr/>
        </p:nvGrpSpPr>
        <p:grpSpPr>
          <a:xfrm>
            <a:off x="3915589" y="2392684"/>
            <a:ext cx="1126723" cy="834302"/>
            <a:chOff x="3182631" y="3884716"/>
            <a:chExt cx="1126723" cy="834302"/>
          </a:xfrm>
        </p:grpSpPr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BE4E0AA6-421E-617B-B04E-2B0DF326C65E}"/>
                </a:ext>
              </a:extLst>
            </p:cNvPr>
            <p:cNvGrpSpPr/>
            <p:nvPr/>
          </p:nvGrpSpPr>
          <p:grpSpPr>
            <a:xfrm>
              <a:off x="3457381" y="4277854"/>
              <a:ext cx="150129" cy="139837"/>
              <a:chOff x="1225296" y="1527048"/>
              <a:chExt cx="201168" cy="201168"/>
            </a:xfrm>
          </p:grpSpPr>
          <p:sp>
            <p:nvSpPr>
              <p:cNvPr id="366" name="Shape 15">
                <a:extLst>
                  <a:ext uri="{FF2B5EF4-FFF2-40B4-BE49-F238E27FC236}">
                    <a16:creationId xmlns:a16="http://schemas.microsoft.com/office/drawing/2014/main" id="{752A3EB3-B28B-D0BC-BDF4-207F9691872A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" name="Shape 16">
                <a:extLst>
                  <a:ext uri="{FF2B5EF4-FFF2-40B4-BE49-F238E27FC236}">
                    <a16:creationId xmlns:a16="http://schemas.microsoft.com/office/drawing/2014/main" id="{E3EB238C-6E29-635F-818A-2F53AFE72BCF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16E798C7-D167-6CBF-BF96-30D234A7113E}"/>
                </a:ext>
              </a:extLst>
            </p:cNvPr>
            <p:cNvGrpSpPr/>
            <p:nvPr/>
          </p:nvGrpSpPr>
          <p:grpSpPr>
            <a:xfrm>
              <a:off x="3745635" y="4346488"/>
              <a:ext cx="136481" cy="127125"/>
              <a:chOff x="1874520" y="1444752"/>
              <a:chExt cx="182880" cy="182880"/>
            </a:xfrm>
          </p:grpSpPr>
          <p:sp>
            <p:nvSpPr>
              <p:cNvPr id="364" name="Shape 23">
                <a:extLst>
                  <a:ext uri="{FF2B5EF4-FFF2-40B4-BE49-F238E27FC236}">
                    <a16:creationId xmlns:a16="http://schemas.microsoft.com/office/drawing/2014/main" id="{AA034F28-B2D3-25ED-AA2A-0962A66C5708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AE8E3"/>
              </a:solidFill>
              <a:ln w="9525">
                <a:solidFill>
                  <a:srgbClr val="DC4B1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" name="Shape 24">
                <a:extLst>
                  <a:ext uri="{FF2B5EF4-FFF2-40B4-BE49-F238E27FC236}">
                    <a16:creationId xmlns:a16="http://schemas.microsoft.com/office/drawing/2014/main" id="{B788A94E-1899-73F5-FE82-9E096B33BE3F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DC4B1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6328153E-4CB2-D6CB-346A-A93F0201330A}"/>
                </a:ext>
              </a:extLst>
            </p:cNvPr>
            <p:cNvGrpSpPr/>
            <p:nvPr/>
          </p:nvGrpSpPr>
          <p:grpSpPr>
            <a:xfrm>
              <a:off x="3849631" y="4579181"/>
              <a:ext cx="150129" cy="139837"/>
              <a:chOff x="1225296" y="1527048"/>
              <a:chExt cx="201168" cy="201168"/>
            </a:xfrm>
          </p:grpSpPr>
          <p:sp>
            <p:nvSpPr>
              <p:cNvPr id="356" name="Shape 15">
                <a:extLst>
                  <a:ext uri="{FF2B5EF4-FFF2-40B4-BE49-F238E27FC236}">
                    <a16:creationId xmlns:a16="http://schemas.microsoft.com/office/drawing/2014/main" id="{7C588529-72A2-3CA2-8347-7CE221047851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7" name="Shape 16">
                <a:extLst>
                  <a:ext uri="{FF2B5EF4-FFF2-40B4-BE49-F238E27FC236}">
                    <a16:creationId xmlns:a16="http://schemas.microsoft.com/office/drawing/2014/main" id="{901236CE-B583-A6AE-6AFB-49233792A522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9D7B8BAE-68C7-2F68-B672-C7B544820E22}"/>
                </a:ext>
              </a:extLst>
            </p:cNvPr>
            <p:cNvGrpSpPr/>
            <p:nvPr/>
          </p:nvGrpSpPr>
          <p:grpSpPr>
            <a:xfrm>
              <a:off x="3225924" y="4476784"/>
              <a:ext cx="150129" cy="139837"/>
              <a:chOff x="1225296" y="1527048"/>
              <a:chExt cx="201168" cy="201168"/>
            </a:xfrm>
          </p:grpSpPr>
          <p:sp>
            <p:nvSpPr>
              <p:cNvPr id="354" name="Shape 15">
                <a:extLst>
                  <a:ext uri="{FF2B5EF4-FFF2-40B4-BE49-F238E27FC236}">
                    <a16:creationId xmlns:a16="http://schemas.microsoft.com/office/drawing/2014/main" id="{57C3DD55-DFFB-6AC5-E346-AA13D93BCDFC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Shape 16">
                <a:extLst>
                  <a:ext uri="{FF2B5EF4-FFF2-40B4-BE49-F238E27FC236}">
                    <a16:creationId xmlns:a16="http://schemas.microsoft.com/office/drawing/2014/main" id="{F98F6E4C-CAF8-416B-A3F9-C7CFE8FB6CA5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2A0A3260-B236-5287-E574-0A65426EEE88}"/>
                </a:ext>
              </a:extLst>
            </p:cNvPr>
            <p:cNvGrpSpPr/>
            <p:nvPr/>
          </p:nvGrpSpPr>
          <p:grpSpPr>
            <a:xfrm>
              <a:off x="4009096" y="4312572"/>
              <a:ext cx="150129" cy="143298"/>
              <a:chOff x="7067843" y="717976"/>
              <a:chExt cx="201168" cy="206147"/>
            </a:xfrm>
          </p:grpSpPr>
          <p:sp>
            <p:nvSpPr>
              <p:cNvPr id="350" name="Shape 71">
                <a:extLst>
                  <a:ext uri="{FF2B5EF4-FFF2-40B4-BE49-F238E27FC236}">
                    <a16:creationId xmlns:a16="http://schemas.microsoft.com/office/drawing/2014/main" id="{BBC323C6-FC67-E20D-89FF-B83AB1CC241A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51" name="Shape 72">
                <a:extLst>
                  <a:ext uri="{FF2B5EF4-FFF2-40B4-BE49-F238E27FC236}">
                    <a16:creationId xmlns:a16="http://schemas.microsoft.com/office/drawing/2014/main" id="{A666DF45-97A6-510E-083A-329FC928ADCE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03B9D047-FD13-E355-5C7A-3E43EE6442A9}"/>
                </a:ext>
              </a:extLst>
            </p:cNvPr>
            <p:cNvGrpSpPr/>
            <p:nvPr/>
          </p:nvGrpSpPr>
          <p:grpSpPr>
            <a:xfrm>
              <a:off x="3590528" y="4102904"/>
              <a:ext cx="150129" cy="143298"/>
              <a:chOff x="7067843" y="717976"/>
              <a:chExt cx="201168" cy="206147"/>
            </a:xfrm>
          </p:grpSpPr>
          <p:sp>
            <p:nvSpPr>
              <p:cNvPr id="348" name="Shape 71">
                <a:extLst>
                  <a:ext uri="{FF2B5EF4-FFF2-40B4-BE49-F238E27FC236}">
                    <a16:creationId xmlns:a16="http://schemas.microsoft.com/office/drawing/2014/main" id="{2014D82F-EC70-99DF-4BDA-98461A49453F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9" name="Shape 72">
                <a:extLst>
                  <a:ext uri="{FF2B5EF4-FFF2-40B4-BE49-F238E27FC236}">
                    <a16:creationId xmlns:a16="http://schemas.microsoft.com/office/drawing/2014/main" id="{01A08BF2-9674-42CD-694F-271E00380799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A826986D-36FC-0866-B8EF-DF9621AA75E8}"/>
                </a:ext>
              </a:extLst>
            </p:cNvPr>
            <p:cNvGrpSpPr/>
            <p:nvPr/>
          </p:nvGrpSpPr>
          <p:grpSpPr>
            <a:xfrm>
              <a:off x="3874433" y="4039942"/>
              <a:ext cx="150129" cy="143298"/>
              <a:chOff x="7067843" y="717976"/>
              <a:chExt cx="201168" cy="206147"/>
            </a:xfrm>
          </p:grpSpPr>
          <p:sp>
            <p:nvSpPr>
              <p:cNvPr id="346" name="Shape 71">
                <a:extLst>
                  <a:ext uri="{FF2B5EF4-FFF2-40B4-BE49-F238E27FC236}">
                    <a16:creationId xmlns:a16="http://schemas.microsoft.com/office/drawing/2014/main" id="{8A4F341A-8E09-B1F1-9A54-9AB76B4A7F5A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7" name="Shape 72">
                <a:extLst>
                  <a:ext uri="{FF2B5EF4-FFF2-40B4-BE49-F238E27FC236}">
                    <a16:creationId xmlns:a16="http://schemas.microsoft.com/office/drawing/2014/main" id="{8BCE2C61-7FC7-39E8-00B6-4EFAA4BEB4B2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FE023D18-3E7F-301A-AFCC-F6F292CAED1C}"/>
                </a:ext>
              </a:extLst>
            </p:cNvPr>
            <p:cNvGrpSpPr/>
            <p:nvPr/>
          </p:nvGrpSpPr>
          <p:grpSpPr>
            <a:xfrm>
              <a:off x="3537729" y="3884716"/>
              <a:ext cx="150129" cy="143298"/>
              <a:chOff x="7067843" y="717976"/>
              <a:chExt cx="201168" cy="206147"/>
            </a:xfrm>
          </p:grpSpPr>
          <p:sp>
            <p:nvSpPr>
              <p:cNvPr id="344" name="Shape 71">
                <a:extLst>
                  <a:ext uri="{FF2B5EF4-FFF2-40B4-BE49-F238E27FC236}">
                    <a16:creationId xmlns:a16="http://schemas.microsoft.com/office/drawing/2014/main" id="{BAD4C809-1505-154F-8AB4-626D164A2FC9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5" name="Shape 72">
                <a:extLst>
                  <a:ext uri="{FF2B5EF4-FFF2-40B4-BE49-F238E27FC236}">
                    <a16:creationId xmlns:a16="http://schemas.microsoft.com/office/drawing/2014/main" id="{2D59A206-25DC-FF01-E617-149B27F9A27D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EBF49FF0-7BE2-11A8-8078-A1EFAD189989}"/>
                </a:ext>
              </a:extLst>
            </p:cNvPr>
            <p:cNvGrpSpPr/>
            <p:nvPr/>
          </p:nvGrpSpPr>
          <p:grpSpPr>
            <a:xfrm>
              <a:off x="3182631" y="4120907"/>
              <a:ext cx="136481" cy="127125"/>
              <a:chOff x="1874520" y="1444752"/>
              <a:chExt cx="182880" cy="182880"/>
            </a:xfrm>
          </p:grpSpPr>
          <p:sp>
            <p:nvSpPr>
              <p:cNvPr id="342" name="Shape 23">
                <a:extLst>
                  <a:ext uri="{FF2B5EF4-FFF2-40B4-BE49-F238E27FC236}">
                    <a16:creationId xmlns:a16="http://schemas.microsoft.com/office/drawing/2014/main" id="{5E139976-E56E-B369-2793-7B45B07CA1EE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AE8E3"/>
              </a:solidFill>
              <a:ln w="9525">
                <a:solidFill>
                  <a:srgbClr val="DC4B1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Shape 24">
                <a:extLst>
                  <a:ext uri="{FF2B5EF4-FFF2-40B4-BE49-F238E27FC236}">
                    <a16:creationId xmlns:a16="http://schemas.microsoft.com/office/drawing/2014/main" id="{E90DB3D5-0FBC-F23B-A6D7-9A31EDC70250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DC4B1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8" name="Group 327">
              <a:extLst>
                <a:ext uri="{FF2B5EF4-FFF2-40B4-BE49-F238E27FC236}">
                  <a16:creationId xmlns:a16="http://schemas.microsoft.com/office/drawing/2014/main" id="{C292E525-C8FD-BA2B-5D07-FD48454C8F5B}"/>
                </a:ext>
              </a:extLst>
            </p:cNvPr>
            <p:cNvGrpSpPr/>
            <p:nvPr/>
          </p:nvGrpSpPr>
          <p:grpSpPr>
            <a:xfrm>
              <a:off x="3590528" y="4551214"/>
              <a:ext cx="150129" cy="139837"/>
              <a:chOff x="1225296" y="1527048"/>
              <a:chExt cx="201168" cy="201168"/>
            </a:xfrm>
          </p:grpSpPr>
          <p:sp>
            <p:nvSpPr>
              <p:cNvPr id="332" name="Shape 15">
                <a:extLst>
                  <a:ext uri="{FF2B5EF4-FFF2-40B4-BE49-F238E27FC236}">
                    <a16:creationId xmlns:a16="http://schemas.microsoft.com/office/drawing/2014/main" id="{4F7145B9-5D49-6E63-39C6-81583E71324E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3" name="Shape 16">
                <a:extLst>
                  <a:ext uri="{FF2B5EF4-FFF2-40B4-BE49-F238E27FC236}">
                    <a16:creationId xmlns:a16="http://schemas.microsoft.com/office/drawing/2014/main" id="{C735F017-754C-D60D-75BD-F97D835B3E17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9" name="Group 328">
              <a:extLst>
                <a:ext uri="{FF2B5EF4-FFF2-40B4-BE49-F238E27FC236}">
                  <a16:creationId xmlns:a16="http://schemas.microsoft.com/office/drawing/2014/main" id="{45B1AA52-37A2-BBBB-1C1D-5EEB238E7035}"/>
                </a:ext>
              </a:extLst>
            </p:cNvPr>
            <p:cNvGrpSpPr/>
            <p:nvPr/>
          </p:nvGrpSpPr>
          <p:grpSpPr>
            <a:xfrm>
              <a:off x="4152655" y="4496903"/>
              <a:ext cx="150129" cy="143298"/>
              <a:chOff x="7067843" y="717976"/>
              <a:chExt cx="201168" cy="206147"/>
            </a:xfrm>
          </p:grpSpPr>
          <p:sp>
            <p:nvSpPr>
              <p:cNvPr id="330" name="Shape 71">
                <a:extLst>
                  <a:ext uri="{FF2B5EF4-FFF2-40B4-BE49-F238E27FC236}">
                    <a16:creationId xmlns:a16="http://schemas.microsoft.com/office/drawing/2014/main" id="{90F916C6-6BDE-1C01-A0A7-434E3E7541DC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31" name="Shape 72">
                <a:extLst>
                  <a:ext uri="{FF2B5EF4-FFF2-40B4-BE49-F238E27FC236}">
                    <a16:creationId xmlns:a16="http://schemas.microsoft.com/office/drawing/2014/main" id="{EEB37BF7-7413-19F5-5B65-E677863D6EE6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6BDA7FA1-C538-4734-6E24-9787A58CFC40}"/>
                </a:ext>
              </a:extLst>
            </p:cNvPr>
            <p:cNvGrpSpPr/>
            <p:nvPr/>
          </p:nvGrpSpPr>
          <p:grpSpPr>
            <a:xfrm>
              <a:off x="4159225" y="4055737"/>
              <a:ext cx="150129" cy="143298"/>
              <a:chOff x="7067843" y="717976"/>
              <a:chExt cx="201168" cy="206147"/>
            </a:xfrm>
          </p:grpSpPr>
          <p:sp>
            <p:nvSpPr>
              <p:cNvPr id="133" name="Shape 71">
                <a:extLst>
                  <a:ext uri="{FF2B5EF4-FFF2-40B4-BE49-F238E27FC236}">
                    <a16:creationId xmlns:a16="http://schemas.microsoft.com/office/drawing/2014/main" id="{D6C443CE-DD41-BE1C-7E95-CACA58190A1C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4" name="Shape 72">
                <a:extLst>
                  <a:ext uri="{FF2B5EF4-FFF2-40B4-BE49-F238E27FC236}">
                    <a16:creationId xmlns:a16="http://schemas.microsoft.com/office/drawing/2014/main" id="{2998C28F-FEF3-9A4F-F586-62B19EE538AC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D4D29F0-CD60-AF47-DD8B-79F735CD6B6B}"/>
              </a:ext>
            </a:extLst>
          </p:cNvPr>
          <p:cNvGrpSpPr/>
          <p:nvPr/>
        </p:nvGrpSpPr>
        <p:grpSpPr>
          <a:xfrm>
            <a:off x="5940799" y="2350733"/>
            <a:ext cx="1146344" cy="834302"/>
            <a:chOff x="4417778" y="4005680"/>
            <a:chExt cx="1146344" cy="834302"/>
          </a:xfrm>
        </p:grpSpPr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2790B2F5-9EFF-91EB-ECD6-57ECD6939391}"/>
                </a:ext>
              </a:extLst>
            </p:cNvPr>
            <p:cNvGrpSpPr/>
            <p:nvPr/>
          </p:nvGrpSpPr>
          <p:grpSpPr>
            <a:xfrm>
              <a:off x="4712149" y="4398818"/>
              <a:ext cx="150129" cy="139837"/>
              <a:chOff x="1225296" y="1527048"/>
              <a:chExt cx="201168" cy="201168"/>
            </a:xfrm>
          </p:grpSpPr>
          <p:sp>
            <p:nvSpPr>
              <p:cNvPr id="219" name="Shape 15">
                <a:extLst>
                  <a:ext uri="{FF2B5EF4-FFF2-40B4-BE49-F238E27FC236}">
                    <a16:creationId xmlns:a16="http://schemas.microsoft.com/office/drawing/2014/main" id="{37CB4B3C-BBFA-0C36-9978-CDD1660E9B79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Shape 16">
                <a:extLst>
                  <a:ext uri="{FF2B5EF4-FFF2-40B4-BE49-F238E27FC236}">
                    <a16:creationId xmlns:a16="http://schemas.microsoft.com/office/drawing/2014/main" id="{FBE5FA3B-5C0C-8B10-3A2F-A2D26563445B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82A06E96-AFE5-8F0C-75BC-FAEB609ADB7C}"/>
                </a:ext>
              </a:extLst>
            </p:cNvPr>
            <p:cNvGrpSpPr/>
            <p:nvPr/>
          </p:nvGrpSpPr>
          <p:grpSpPr>
            <a:xfrm>
              <a:off x="5000403" y="4467452"/>
              <a:ext cx="136481" cy="127125"/>
              <a:chOff x="1874520" y="1444752"/>
              <a:chExt cx="182880" cy="182880"/>
            </a:xfrm>
          </p:grpSpPr>
          <p:sp>
            <p:nvSpPr>
              <p:cNvPr id="217" name="Shape 23">
                <a:extLst>
                  <a:ext uri="{FF2B5EF4-FFF2-40B4-BE49-F238E27FC236}">
                    <a16:creationId xmlns:a16="http://schemas.microsoft.com/office/drawing/2014/main" id="{F6671689-1E27-3DBA-BC44-091814D59787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AE8E3"/>
              </a:solidFill>
              <a:ln w="9525">
                <a:solidFill>
                  <a:srgbClr val="DC4B1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Shape 24">
                <a:extLst>
                  <a:ext uri="{FF2B5EF4-FFF2-40B4-BE49-F238E27FC236}">
                    <a16:creationId xmlns:a16="http://schemas.microsoft.com/office/drawing/2014/main" id="{A47E33A5-FD66-7871-9AEF-656184227637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DC4B1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537DEDA6-3424-5220-80B7-31D62DE43FC2}"/>
                </a:ext>
              </a:extLst>
            </p:cNvPr>
            <p:cNvGrpSpPr/>
            <p:nvPr/>
          </p:nvGrpSpPr>
          <p:grpSpPr>
            <a:xfrm>
              <a:off x="5104399" y="4700145"/>
              <a:ext cx="150129" cy="139837"/>
              <a:chOff x="1225296" y="1527048"/>
              <a:chExt cx="201168" cy="201168"/>
            </a:xfrm>
          </p:grpSpPr>
          <p:sp>
            <p:nvSpPr>
              <p:cNvPr id="215" name="Shape 15">
                <a:extLst>
                  <a:ext uri="{FF2B5EF4-FFF2-40B4-BE49-F238E27FC236}">
                    <a16:creationId xmlns:a16="http://schemas.microsoft.com/office/drawing/2014/main" id="{1934AC94-A97D-AF16-FEBE-5AB56C06EC36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Shape 16">
                <a:extLst>
                  <a:ext uri="{FF2B5EF4-FFF2-40B4-BE49-F238E27FC236}">
                    <a16:creationId xmlns:a16="http://schemas.microsoft.com/office/drawing/2014/main" id="{69ADF84E-7C25-0076-9632-C2C182294D41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7A576956-475A-25E7-0A61-DC4460C74B60}"/>
                </a:ext>
              </a:extLst>
            </p:cNvPr>
            <p:cNvGrpSpPr/>
            <p:nvPr/>
          </p:nvGrpSpPr>
          <p:grpSpPr>
            <a:xfrm>
              <a:off x="4480692" y="4597748"/>
              <a:ext cx="150129" cy="139837"/>
              <a:chOff x="1225296" y="1527048"/>
              <a:chExt cx="201168" cy="201168"/>
            </a:xfrm>
          </p:grpSpPr>
          <p:sp>
            <p:nvSpPr>
              <p:cNvPr id="213" name="Shape 15">
                <a:extLst>
                  <a:ext uri="{FF2B5EF4-FFF2-40B4-BE49-F238E27FC236}">
                    <a16:creationId xmlns:a16="http://schemas.microsoft.com/office/drawing/2014/main" id="{943C4D43-561A-7DE3-56A0-1BFE71DBDCAD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Shape 16">
                <a:extLst>
                  <a:ext uri="{FF2B5EF4-FFF2-40B4-BE49-F238E27FC236}">
                    <a16:creationId xmlns:a16="http://schemas.microsoft.com/office/drawing/2014/main" id="{A5ACCB96-9BE9-3DE7-322F-FBDBD648D593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02CC4A93-AB9C-34CD-6E24-3CF1D45B57E2}"/>
                </a:ext>
              </a:extLst>
            </p:cNvPr>
            <p:cNvGrpSpPr/>
            <p:nvPr/>
          </p:nvGrpSpPr>
          <p:grpSpPr>
            <a:xfrm>
              <a:off x="5263864" y="4433536"/>
              <a:ext cx="150129" cy="143298"/>
              <a:chOff x="7067843" y="717976"/>
              <a:chExt cx="201168" cy="206147"/>
            </a:xfrm>
          </p:grpSpPr>
          <p:sp>
            <p:nvSpPr>
              <p:cNvPr id="211" name="Shape 71">
                <a:extLst>
                  <a:ext uri="{FF2B5EF4-FFF2-40B4-BE49-F238E27FC236}">
                    <a16:creationId xmlns:a16="http://schemas.microsoft.com/office/drawing/2014/main" id="{9C56EC6E-DE77-0C83-9FF6-A03E2BF46F6C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2" name="Shape 72">
                <a:extLst>
                  <a:ext uri="{FF2B5EF4-FFF2-40B4-BE49-F238E27FC236}">
                    <a16:creationId xmlns:a16="http://schemas.microsoft.com/office/drawing/2014/main" id="{ECEA4EB9-34D7-1509-115F-81A2F899F1AF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72550B91-BA95-F1CE-AEBB-343FA74E1DCF}"/>
                </a:ext>
              </a:extLst>
            </p:cNvPr>
            <p:cNvGrpSpPr/>
            <p:nvPr/>
          </p:nvGrpSpPr>
          <p:grpSpPr>
            <a:xfrm>
              <a:off x="4845296" y="4223868"/>
              <a:ext cx="150129" cy="143298"/>
              <a:chOff x="7067843" y="717976"/>
              <a:chExt cx="201168" cy="206147"/>
            </a:xfrm>
          </p:grpSpPr>
          <p:sp>
            <p:nvSpPr>
              <p:cNvPr id="179" name="Shape 71">
                <a:extLst>
                  <a:ext uri="{FF2B5EF4-FFF2-40B4-BE49-F238E27FC236}">
                    <a16:creationId xmlns:a16="http://schemas.microsoft.com/office/drawing/2014/main" id="{45633C5C-8D29-7E5D-4F80-B0E7EB56A1CE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99" name="Shape 72">
                <a:extLst>
                  <a:ext uri="{FF2B5EF4-FFF2-40B4-BE49-F238E27FC236}">
                    <a16:creationId xmlns:a16="http://schemas.microsoft.com/office/drawing/2014/main" id="{C8126350-F6E1-9119-F0DA-5FCB8CB2A158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0FBF21F0-1808-2A6D-9385-76FA472BA363}"/>
                </a:ext>
              </a:extLst>
            </p:cNvPr>
            <p:cNvGrpSpPr/>
            <p:nvPr/>
          </p:nvGrpSpPr>
          <p:grpSpPr>
            <a:xfrm>
              <a:off x="5129201" y="4160906"/>
              <a:ext cx="150129" cy="143298"/>
              <a:chOff x="7067843" y="717976"/>
              <a:chExt cx="201168" cy="206147"/>
            </a:xfrm>
          </p:grpSpPr>
          <p:sp>
            <p:nvSpPr>
              <p:cNvPr id="177" name="Shape 71">
                <a:extLst>
                  <a:ext uri="{FF2B5EF4-FFF2-40B4-BE49-F238E27FC236}">
                    <a16:creationId xmlns:a16="http://schemas.microsoft.com/office/drawing/2014/main" id="{57B8834F-1292-A9C9-E6F4-8230533DD357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8" name="Shape 72">
                <a:extLst>
                  <a:ext uri="{FF2B5EF4-FFF2-40B4-BE49-F238E27FC236}">
                    <a16:creationId xmlns:a16="http://schemas.microsoft.com/office/drawing/2014/main" id="{3D2756C7-5135-684B-6F84-D468F0CD7575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401919C3-FA8D-A341-D35D-63A587FA79E2}"/>
                </a:ext>
              </a:extLst>
            </p:cNvPr>
            <p:cNvGrpSpPr/>
            <p:nvPr/>
          </p:nvGrpSpPr>
          <p:grpSpPr>
            <a:xfrm>
              <a:off x="4792497" y="4005680"/>
              <a:ext cx="150129" cy="143298"/>
              <a:chOff x="7067843" y="717976"/>
              <a:chExt cx="201168" cy="206147"/>
            </a:xfrm>
          </p:grpSpPr>
          <p:sp>
            <p:nvSpPr>
              <p:cNvPr id="175" name="Shape 71">
                <a:extLst>
                  <a:ext uri="{FF2B5EF4-FFF2-40B4-BE49-F238E27FC236}">
                    <a16:creationId xmlns:a16="http://schemas.microsoft.com/office/drawing/2014/main" id="{ABAC8FB9-979A-8ADF-E04F-297B16C07904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6" name="Shape 72">
                <a:extLst>
                  <a:ext uri="{FF2B5EF4-FFF2-40B4-BE49-F238E27FC236}">
                    <a16:creationId xmlns:a16="http://schemas.microsoft.com/office/drawing/2014/main" id="{BF7D4B27-661B-0B63-7A53-DF7979D2F6C0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807E6AF0-A093-8A85-45EE-88DE74B6E41C}"/>
                </a:ext>
              </a:extLst>
            </p:cNvPr>
            <p:cNvGrpSpPr/>
            <p:nvPr/>
          </p:nvGrpSpPr>
          <p:grpSpPr>
            <a:xfrm>
              <a:off x="4437399" y="4241871"/>
              <a:ext cx="136481" cy="127125"/>
              <a:chOff x="1874520" y="1444752"/>
              <a:chExt cx="182880" cy="182880"/>
            </a:xfrm>
          </p:grpSpPr>
          <p:sp>
            <p:nvSpPr>
              <p:cNvPr id="165" name="Shape 23">
                <a:extLst>
                  <a:ext uri="{FF2B5EF4-FFF2-40B4-BE49-F238E27FC236}">
                    <a16:creationId xmlns:a16="http://schemas.microsoft.com/office/drawing/2014/main" id="{FA3DB74C-9AF1-0E3A-8967-B71A2489CFBA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AE8E3"/>
              </a:solidFill>
              <a:ln w="9525">
                <a:solidFill>
                  <a:srgbClr val="DC4B1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Shape 24">
                <a:extLst>
                  <a:ext uri="{FF2B5EF4-FFF2-40B4-BE49-F238E27FC236}">
                    <a16:creationId xmlns:a16="http://schemas.microsoft.com/office/drawing/2014/main" id="{052150C1-19F5-72E4-6B64-AA02C2B26D87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DC4B1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57436BF9-6003-A762-9EE6-17A1796775DB}"/>
                </a:ext>
              </a:extLst>
            </p:cNvPr>
            <p:cNvGrpSpPr/>
            <p:nvPr/>
          </p:nvGrpSpPr>
          <p:grpSpPr>
            <a:xfrm>
              <a:off x="4417778" y="4232555"/>
              <a:ext cx="162307" cy="148115"/>
              <a:chOff x="2752253" y="2670772"/>
              <a:chExt cx="218792" cy="256515"/>
            </a:xfrm>
          </p:grpSpPr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8B890E26-2E89-5970-0EBE-BCA6FEBF60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C6254783-B5F4-52A1-EE50-0539A132EA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8349364D-D66F-2CF6-05AC-6E030BD8C8DE}"/>
                </a:ext>
              </a:extLst>
            </p:cNvPr>
            <p:cNvGrpSpPr/>
            <p:nvPr/>
          </p:nvGrpSpPr>
          <p:grpSpPr>
            <a:xfrm>
              <a:off x="4974501" y="4451602"/>
              <a:ext cx="162307" cy="148115"/>
              <a:chOff x="2752253" y="2670772"/>
              <a:chExt cx="218792" cy="256515"/>
            </a:xfrm>
          </p:grpSpPr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59AA00C0-9B26-499D-857F-6C01355B23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475E2102-CE4A-65C9-0A22-508F54A35B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1FF52893-092F-EA21-CBF1-D93EAFC1984E}"/>
                </a:ext>
              </a:extLst>
            </p:cNvPr>
            <p:cNvGrpSpPr/>
            <p:nvPr/>
          </p:nvGrpSpPr>
          <p:grpSpPr>
            <a:xfrm>
              <a:off x="4845296" y="4672178"/>
              <a:ext cx="150129" cy="139837"/>
              <a:chOff x="1225296" y="1527048"/>
              <a:chExt cx="201168" cy="201168"/>
            </a:xfrm>
          </p:grpSpPr>
          <p:sp>
            <p:nvSpPr>
              <p:cNvPr id="158" name="Shape 15">
                <a:extLst>
                  <a:ext uri="{FF2B5EF4-FFF2-40B4-BE49-F238E27FC236}">
                    <a16:creationId xmlns:a16="http://schemas.microsoft.com/office/drawing/2014/main" id="{ECB44F24-98E1-9080-D6ED-E3212BAB33ED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Shape 16">
                <a:extLst>
                  <a:ext uri="{FF2B5EF4-FFF2-40B4-BE49-F238E27FC236}">
                    <a16:creationId xmlns:a16="http://schemas.microsoft.com/office/drawing/2014/main" id="{3421D34E-3A49-EA5C-08EB-CC495A763F80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5285D054-9543-85A2-517C-D754106647BD}"/>
                </a:ext>
              </a:extLst>
            </p:cNvPr>
            <p:cNvGrpSpPr/>
            <p:nvPr/>
          </p:nvGrpSpPr>
          <p:grpSpPr>
            <a:xfrm>
              <a:off x="5407423" y="4617867"/>
              <a:ext cx="150129" cy="143298"/>
              <a:chOff x="7067843" y="717976"/>
              <a:chExt cx="201168" cy="206147"/>
            </a:xfrm>
          </p:grpSpPr>
          <p:sp>
            <p:nvSpPr>
              <p:cNvPr id="156" name="Shape 71">
                <a:extLst>
                  <a:ext uri="{FF2B5EF4-FFF2-40B4-BE49-F238E27FC236}">
                    <a16:creationId xmlns:a16="http://schemas.microsoft.com/office/drawing/2014/main" id="{7B9A95FC-8A59-4C08-0542-2D0A54073C17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7" name="Shape 72">
                <a:extLst>
                  <a:ext uri="{FF2B5EF4-FFF2-40B4-BE49-F238E27FC236}">
                    <a16:creationId xmlns:a16="http://schemas.microsoft.com/office/drawing/2014/main" id="{91D6A526-14AB-27D2-B38D-542B5D09AFC8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C1C880A8-43FC-894A-136F-59CA3EEDABB9}"/>
                </a:ext>
              </a:extLst>
            </p:cNvPr>
            <p:cNvGrpSpPr/>
            <p:nvPr/>
          </p:nvGrpSpPr>
          <p:grpSpPr>
            <a:xfrm>
              <a:off x="5413993" y="4176701"/>
              <a:ext cx="150129" cy="143298"/>
              <a:chOff x="7067843" y="717976"/>
              <a:chExt cx="201168" cy="206147"/>
            </a:xfrm>
          </p:grpSpPr>
          <p:sp>
            <p:nvSpPr>
              <p:cNvPr id="154" name="Shape 71">
                <a:extLst>
                  <a:ext uri="{FF2B5EF4-FFF2-40B4-BE49-F238E27FC236}">
                    <a16:creationId xmlns:a16="http://schemas.microsoft.com/office/drawing/2014/main" id="{E5B9A8C0-0DCD-A341-28A3-09800D34B01E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5" name="Shape 72">
                <a:extLst>
                  <a:ext uri="{FF2B5EF4-FFF2-40B4-BE49-F238E27FC236}">
                    <a16:creationId xmlns:a16="http://schemas.microsoft.com/office/drawing/2014/main" id="{B663E185-185C-2B7F-C996-AA85C6439A75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01796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104</Words>
  <Application>Microsoft Macintosh PowerPoint</Application>
  <PresentationFormat>On-screen Show (16:9)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EcoEvoSim simulation loop</dc:title>
  <dc:subject>PptxGenJS Presentation</dc:subject>
  <dc:creator>PptxGenJS</dc:creator>
  <cp:lastModifiedBy>Yi Dong</cp:lastModifiedBy>
  <cp:revision>187</cp:revision>
  <dcterms:created xsi:type="dcterms:W3CDTF">2026-06-16T00:22:31Z</dcterms:created>
  <dcterms:modified xsi:type="dcterms:W3CDTF">2026-06-30T23:17:07Z</dcterms:modified>
</cp:coreProperties>
</file>