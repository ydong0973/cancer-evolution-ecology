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7" r:id="rId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5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257"/>
    <p:restoredTop sz="94610"/>
  </p:normalViewPr>
  <p:slideViewPr>
    <p:cSldViewPr snapToGrid="0" snapToObjects="1">
      <p:cViewPr>
        <p:scale>
          <a:sx n="148" d="100"/>
          <a:sy n="148" d="100"/>
        </p:scale>
        <p:origin x="1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355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38456-7A0E-4B01-ABF8-43FCE157D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>
            <a:extLst>
              <a:ext uri="{FF2B5EF4-FFF2-40B4-BE49-F238E27FC236}">
                <a16:creationId xmlns:a16="http://schemas.microsoft.com/office/drawing/2014/main" id="{531B6D2A-5772-0FA7-7956-E9AEBDA07283}"/>
              </a:ext>
            </a:extLst>
          </p:cNvPr>
          <p:cNvSpPr/>
          <p:nvPr/>
        </p:nvSpPr>
        <p:spPr>
          <a:xfrm>
            <a:off x="122548" y="357052"/>
            <a:ext cx="8946038" cy="3222172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2700">
            <a:solidFill>
              <a:schemeClr val="tx1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3" name="Shape 2">
            <a:extLst>
              <a:ext uri="{FF2B5EF4-FFF2-40B4-BE49-F238E27FC236}">
                <a16:creationId xmlns:a16="http://schemas.microsoft.com/office/drawing/2014/main" id="{38AFD78F-7367-D450-79DF-E2311483CAB0}"/>
              </a:ext>
            </a:extLst>
          </p:cNvPr>
          <p:cNvSpPr/>
          <p:nvPr/>
        </p:nvSpPr>
        <p:spPr>
          <a:xfrm>
            <a:off x="7825863" y="1569363"/>
            <a:ext cx="1141529" cy="1094096"/>
          </a:xfrm>
          <a:prstGeom prst="roundRect">
            <a:avLst>
              <a:gd name="adj" fmla="val 12308"/>
            </a:avLst>
          </a:prstGeom>
          <a:solidFill>
            <a:schemeClr val="accent1">
              <a:lumMod val="20000"/>
              <a:lumOff val="80000"/>
              <a:alpha val="95898"/>
            </a:schemeClr>
          </a:solidFill>
          <a:ln w="9525">
            <a:solidFill>
              <a:schemeClr val="tx1"/>
            </a:solidFill>
            <a:prstDash val="solid"/>
          </a:ln>
          <a:effectLst>
            <a:outerShdw blurRad="508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2" name="Shape 5">
            <a:extLst>
              <a:ext uri="{FF2B5EF4-FFF2-40B4-BE49-F238E27FC236}">
                <a16:creationId xmlns:a16="http://schemas.microsoft.com/office/drawing/2014/main" id="{0613D1A2-4CF6-C032-EAF8-34106918E351}"/>
              </a:ext>
            </a:extLst>
          </p:cNvPr>
          <p:cNvSpPr/>
          <p:nvPr/>
        </p:nvSpPr>
        <p:spPr>
          <a:xfrm>
            <a:off x="5512435" y="1290729"/>
            <a:ext cx="2028445" cy="1670588"/>
          </a:xfrm>
          <a:prstGeom prst="roundRect">
            <a:avLst>
              <a:gd name="adj" fmla="val 12308"/>
            </a:avLst>
          </a:prstGeom>
          <a:solidFill>
            <a:srgbClr val="F7F5DE"/>
          </a:solidFill>
          <a:ln w="9525">
            <a:solidFill>
              <a:schemeClr val="tx1"/>
            </a:solidFill>
            <a:prstDash val="solid"/>
          </a:ln>
          <a:effectLst>
            <a:outerShdw blurRad="508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1" name="Shape 5">
            <a:extLst>
              <a:ext uri="{FF2B5EF4-FFF2-40B4-BE49-F238E27FC236}">
                <a16:creationId xmlns:a16="http://schemas.microsoft.com/office/drawing/2014/main" id="{2A677DFE-1688-B880-B252-40290954509A}"/>
              </a:ext>
            </a:extLst>
          </p:cNvPr>
          <p:cNvSpPr/>
          <p:nvPr/>
        </p:nvSpPr>
        <p:spPr>
          <a:xfrm>
            <a:off x="3656554" y="1303439"/>
            <a:ext cx="1587236" cy="1657878"/>
          </a:xfrm>
          <a:prstGeom prst="roundRect">
            <a:avLst>
              <a:gd name="adj" fmla="val 12308"/>
            </a:avLst>
          </a:prstGeom>
          <a:solidFill>
            <a:srgbClr val="F7F5DE"/>
          </a:solidFill>
          <a:ln w="9525">
            <a:solidFill>
              <a:schemeClr val="tx1"/>
            </a:solidFill>
            <a:prstDash val="solid"/>
          </a:ln>
          <a:effectLst>
            <a:outerShdw blurRad="508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E8F44A7B-8C33-2127-E906-3A18BD3D4190}"/>
              </a:ext>
            </a:extLst>
          </p:cNvPr>
          <p:cNvSpPr/>
          <p:nvPr/>
        </p:nvSpPr>
        <p:spPr>
          <a:xfrm>
            <a:off x="176608" y="1546306"/>
            <a:ext cx="1280190" cy="1094096"/>
          </a:xfrm>
          <a:prstGeom prst="roundRect">
            <a:avLst>
              <a:gd name="adj" fmla="val 12308"/>
            </a:avLst>
          </a:prstGeom>
          <a:solidFill>
            <a:schemeClr val="accent1">
              <a:lumMod val="20000"/>
              <a:lumOff val="80000"/>
              <a:alpha val="95898"/>
            </a:schemeClr>
          </a:solidFill>
          <a:ln w="9525">
            <a:solidFill>
              <a:schemeClr val="tx1"/>
            </a:solidFill>
            <a:prstDash val="solid"/>
          </a:ln>
          <a:effectLst>
            <a:outerShdw blurRad="508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B75D27E6-9216-E5D4-B05F-1EA7339B4E88}"/>
              </a:ext>
            </a:extLst>
          </p:cNvPr>
          <p:cNvSpPr/>
          <p:nvPr/>
        </p:nvSpPr>
        <p:spPr>
          <a:xfrm>
            <a:off x="172908" y="1745776"/>
            <a:ext cx="1287589" cy="533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/>
              <a:t>User-specified 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zh-CN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any model class accepted</a:t>
            </a:r>
            <a:endParaRPr lang="en-US" sz="1300" b="1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e</a:t>
            </a:r>
            <a:r>
              <a:rPr kumimoji="0" lang="en-GB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coD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yn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()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  <a:ea typeface="等线" panose="02010600030101010101" pitchFamily="2" charset="-122"/>
              </a:rPr>
              <a:t>community()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02560DBA-F4A0-A947-1215-2348646089DA}"/>
              </a:ext>
            </a:extLst>
          </p:cNvPr>
          <p:cNvSpPr/>
          <p:nvPr/>
        </p:nvSpPr>
        <p:spPr>
          <a:xfrm>
            <a:off x="1717586" y="1290729"/>
            <a:ext cx="1649866" cy="1670589"/>
          </a:xfrm>
          <a:prstGeom prst="roundRect">
            <a:avLst>
              <a:gd name="adj" fmla="val 12308"/>
            </a:avLst>
          </a:prstGeom>
          <a:solidFill>
            <a:srgbClr val="F7F5DE"/>
          </a:solidFill>
          <a:ln w="9525">
            <a:solidFill>
              <a:schemeClr val="tx1"/>
            </a:solidFill>
            <a:prstDash val="solid"/>
          </a:ln>
          <a:effectLst>
            <a:outerShdw blurRad="508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F7C3C94-DE49-D65A-E587-185E94C5A052}"/>
              </a:ext>
            </a:extLst>
          </p:cNvPr>
          <p:cNvSpPr/>
          <p:nvPr/>
        </p:nvSpPr>
        <p:spPr>
          <a:xfrm>
            <a:off x="1598250" y="1290728"/>
            <a:ext cx="1844903" cy="774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zh-CN" sz="1300" b="1" dirty="0"/>
              <a:t>1.</a:t>
            </a:r>
            <a:r>
              <a:rPr lang="zh-CN" altLang="en-US" sz="1300" b="1" dirty="0"/>
              <a:t> </a:t>
            </a:r>
            <a:r>
              <a:rPr lang="en-US" sz="1300" b="1" dirty="0"/>
              <a:t>Integrate dynamics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chemeClr val="bg1">
                    <a:lumMod val="50000"/>
                  </a:schemeClr>
                </a:solidFill>
                <a:latin typeface="Calibri" panose="020F0502020204030204"/>
                <a:ea typeface="等线" panose="02010600030101010101" pitchFamily="2" charset="-122"/>
              </a:rPr>
              <a:t>integrationParams</a:t>
            </a:r>
            <a:r>
              <a:rPr lang="en-US" altLang="zh-CN" sz="1100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  <a:ea typeface="等线" panose="02010600030101010101" pitchFamily="2" charset="-122"/>
              </a:rPr>
              <a:t>()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algn="ctr"/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0" name="Text 9">
            <a:extLst>
              <a:ext uri="{FF2B5EF4-FFF2-40B4-BE49-F238E27FC236}">
                <a16:creationId xmlns:a16="http://schemas.microsoft.com/office/drawing/2014/main" id="{23E8F4B3-B8B3-3E68-8CFC-90283910C496}"/>
              </a:ext>
            </a:extLst>
          </p:cNvPr>
          <p:cNvSpPr/>
          <p:nvPr/>
        </p:nvSpPr>
        <p:spPr>
          <a:xfrm>
            <a:off x="3618077" y="1289009"/>
            <a:ext cx="164736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/>
              <a:t>2. Introduce mutant</a:t>
            </a:r>
          </a:p>
          <a:p>
            <a:pPr algn="ctr"/>
            <a:r>
              <a:rPr lang="en-US" altLang="zh-CN" sz="1100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  <a:ea typeface="等线" panose="02010600030101010101" pitchFamily="2" charset="-122"/>
              </a:rPr>
              <a:t>m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utation</a:t>
            </a:r>
            <a:r>
              <a:rPr lang="en-US" altLang="zh-CN" sz="1100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  <a:ea typeface="等线" panose="02010600030101010101" pitchFamily="2" charset="-122"/>
              </a:rPr>
              <a:t>Generator()</a:t>
            </a:r>
            <a:endParaRPr lang="en-US" sz="1300" dirty="0"/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7CA0A194-2583-4970-FF3E-C88F8BEF5CE1}"/>
              </a:ext>
            </a:extLst>
          </p:cNvPr>
          <p:cNvSpPr/>
          <p:nvPr/>
        </p:nvSpPr>
        <p:spPr>
          <a:xfrm>
            <a:off x="5539126" y="1281090"/>
            <a:ext cx="2006624" cy="576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/>
              <a:t>3. Prune extinct phenotypes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  <a:ea typeface="等线" panose="02010600030101010101" pitchFamily="2" charset="-122"/>
              </a:rPr>
              <a:t>b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elow</a:t>
            </a:r>
            <a:r>
              <a:rPr lang="zh-CN" altLang="en-US" sz="1100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extThreshold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9" name="Text 20">
            <a:extLst>
              <a:ext uri="{FF2B5EF4-FFF2-40B4-BE49-F238E27FC236}">
                <a16:creationId xmlns:a16="http://schemas.microsoft.com/office/drawing/2014/main" id="{8C8CF7C8-3799-78B0-9A79-D97792958A8F}"/>
              </a:ext>
            </a:extLst>
          </p:cNvPr>
          <p:cNvSpPr/>
          <p:nvPr/>
        </p:nvSpPr>
        <p:spPr>
          <a:xfrm>
            <a:off x="7832899" y="1546306"/>
            <a:ext cx="1111296" cy="635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300" b="1" dirty="0"/>
              <a:t>Evolutionary</a:t>
            </a:r>
            <a:r>
              <a:rPr lang="zh-CN" altLang="en-US" sz="1300" b="1" dirty="0"/>
              <a:t> </a:t>
            </a:r>
            <a:r>
              <a:rPr lang="en-US" altLang="zh-CN" sz="1300" b="1" dirty="0"/>
              <a:t>history</a:t>
            </a:r>
            <a:endParaRPr lang="en-US" sz="1300" b="1" dirty="0"/>
          </a:p>
          <a:p>
            <a:pPr marL="0" indent="0" algn="ctr">
              <a:buNone/>
            </a:pPr>
            <a:r>
              <a:rPr lang="en-US" altLang="zh-CN" sz="1100" dirty="0" err="1">
                <a:solidFill>
                  <a:schemeClr val="bg2">
                    <a:lumMod val="50000"/>
                  </a:schemeClr>
                </a:solidFill>
              </a:rPr>
              <a:t>EvoH</a:t>
            </a:r>
            <a:r>
              <a:rPr lang="en-US" sz="1100" dirty="0" err="1">
                <a:solidFill>
                  <a:schemeClr val="bg2">
                    <a:lumMod val="50000"/>
                  </a:schemeClr>
                </a:solidFill>
              </a:rPr>
              <a:t>ist</a:t>
            </a:r>
            <a:r>
              <a:rPr lang="en-US" altLang="zh-CN" sz="1100" dirty="0" err="1">
                <a:solidFill>
                  <a:schemeClr val="bg2">
                    <a:lumMod val="50000"/>
                  </a:schemeClr>
                </a:solidFill>
              </a:rPr>
              <a:t>ory</a:t>
            </a:r>
            <a:r>
              <a:rPr lang="en-US" altLang="zh-CN" sz="1100" dirty="0">
                <a:solidFill>
                  <a:schemeClr val="bg2">
                    <a:lumMod val="50000"/>
                  </a:schemeClr>
                </a:solidFill>
              </a:rPr>
              <a:t>()</a:t>
            </a:r>
          </a:p>
        </p:txBody>
      </p: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EB97FF5D-1843-E76D-5013-06FE6209E0DB}"/>
              </a:ext>
            </a:extLst>
          </p:cNvPr>
          <p:cNvCxnSpPr>
            <a:cxnSpLocks/>
            <a:stCxn id="6" idx="2"/>
            <a:endCxn id="152" idx="2"/>
          </p:cNvCxnSpPr>
          <p:nvPr/>
        </p:nvCxnSpPr>
        <p:spPr>
          <a:xfrm rot="5400000" flipH="1" flipV="1">
            <a:off x="4534587" y="969248"/>
            <a:ext cx="1" cy="3984139"/>
          </a:xfrm>
          <a:prstGeom prst="bentConnector3">
            <a:avLst>
              <a:gd name="adj1" fmla="val -22860000000"/>
            </a:avLst>
          </a:prstGeom>
          <a:ln w="12700">
            <a:solidFill>
              <a:schemeClr val="bg2">
                <a:lumMod val="50000"/>
              </a:schemeClr>
            </a:solidFill>
            <a:prstDash val="lg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 17">
            <a:extLst>
              <a:ext uri="{FF2B5EF4-FFF2-40B4-BE49-F238E27FC236}">
                <a16:creationId xmlns:a16="http://schemas.microsoft.com/office/drawing/2014/main" id="{CBF1FD57-E3CE-142B-3A1A-CDA36D9C2FF8}"/>
              </a:ext>
            </a:extLst>
          </p:cNvPr>
          <p:cNvSpPr/>
          <p:nvPr/>
        </p:nvSpPr>
        <p:spPr>
          <a:xfrm>
            <a:off x="3989314" y="316074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900" i="1" dirty="0">
                <a:solidFill>
                  <a:srgbClr val="5F5E5A"/>
                </a:solidFill>
              </a:rPr>
              <a:t>inner</a:t>
            </a:r>
            <a:r>
              <a:rPr lang="zh-CN" altLang="en-US" sz="900" i="1" dirty="0">
                <a:solidFill>
                  <a:srgbClr val="5F5E5A"/>
                </a:solidFill>
              </a:rPr>
              <a:t> </a:t>
            </a:r>
            <a:r>
              <a:rPr lang="en-US" altLang="zh-CN" sz="900" i="1" dirty="0">
                <a:solidFill>
                  <a:srgbClr val="5F5E5A"/>
                </a:solidFill>
              </a:rPr>
              <a:t>loop</a:t>
            </a:r>
            <a:endParaRPr lang="en-US" sz="900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72A0EDD-6B86-BDAC-B883-93B8204D9880}"/>
              </a:ext>
            </a:extLst>
          </p:cNvPr>
          <p:cNvSpPr txBox="1"/>
          <p:nvPr/>
        </p:nvSpPr>
        <p:spPr>
          <a:xfrm>
            <a:off x="3793519" y="984345"/>
            <a:ext cx="12682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i="1" dirty="0"/>
              <a:t>Evolutionary</a:t>
            </a:r>
            <a:r>
              <a:rPr lang="zh-CN" altLang="en-US" sz="1100" i="1" dirty="0"/>
              <a:t> </a:t>
            </a:r>
            <a:r>
              <a:rPr lang="en-US" altLang="zh-CN" sz="1100" i="1" dirty="0"/>
              <a:t>phase</a:t>
            </a:r>
            <a:endParaRPr lang="en-US" sz="1100" i="1" dirty="0"/>
          </a:p>
        </p:txBody>
      </p:sp>
      <p:sp>
        <p:nvSpPr>
          <p:cNvPr id="168" name="Text 1">
            <a:extLst>
              <a:ext uri="{FF2B5EF4-FFF2-40B4-BE49-F238E27FC236}">
                <a16:creationId xmlns:a16="http://schemas.microsoft.com/office/drawing/2014/main" id="{60295D1C-144B-0B59-D744-72F8D173DF28}"/>
              </a:ext>
            </a:extLst>
          </p:cNvPr>
          <p:cNvSpPr/>
          <p:nvPr/>
        </p:nvSpPr>
        <p:spPr>
          <a:xfrm>
            <a:off x="312867" y="3247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F5E5A"/>
                </a:solidFill>
              </a:rPr>
              <a:t>outer loop — repeat for N mutation events</a:t>
            </a:r>
            <a:endParaRPr lang="en-US" sz="1000" dirty="0"/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AB07D58-2DC0-A2A4-E3D1-D7273612E11A}"/>
              </a:ext>
            </a:extLst>
          </p:cNvPr>
          <p:cNvCxnSpPr>
            <a:cxnSpLocks/>
          </p:cNvCxnSpPr>
          <p:nvPr/>
        </p:nvCxnSpPr>
        <p:spPr>
          <a:xfrm>
            <a:off x="1510701" y="2101575"/>
            <a:ext cx="193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3B34F3A2-D604-3F99-9C14-6DF666A4F69A}"/>
              </a:ext>
            </a:extLst>
          </p:cNvPr>
          <p:cNvCxnSpPr>
            <a:cxnSpLocks/>
          </p:cNvCxnSpPr>
          <p:nvPr/>
        </p:nvCxnSpPr>
        <p:spPr>
          <a:xfrm>
            <a:off x="3433470" y="2097594"/>
            <a:ext cx="193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4CDD8D0-BE3A-9454-0C1E-50196EFADDB3}"/>
              </a:ext>
            </a:extLst>
          </p:cNvPr>
          <p:cNvCxnSpPr>
            <a:cxnSpLocks/>
          </p:cNvCxnSpPr>
          <p:nvPr/>
        </p:nvCxnSpPr>
        <p:spPr>
          <a:xfrm>
            <a:off x="5313929" y="2093353"/>
            <a:ext cx="193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8C899BC8-7A10-C936-74FE-CAB19401A45D}"/>
              </a:ext>
            </a:extLst>
          </p:cNvPr>
          <p:cNvCxnSpPr>
            <a:cxnSpLocks/>
          </p:cNvCxnSpPr>
          <p:nvPr/>
        </p:nvCxnSpPr>
        <p:spPr>
          <a:xfrm>
            <a:off x="7590381" y="2093353"/>
            <a:ext cx="193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11DF383E-DAE6-E033-9C64-D6FD52209DD2}"/>
              </a:ext>
            </a:extLst>
          </p:cNvPr>
          <p:cNvSpPr txBox="1"/>
          <p:nvPr/>
        </p:nvSpPr>
        <p:spPr>
          <a:xfrm>
            <a:off x="1887711" y="984345"/>
            <a:ext cx="115929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i="1" dirty="0"/>
              <a:t>Ecological</a:t>
            </a:r>
            <a:r>
              <a:rPr lang="zh-CN" altLang="en-US" sz="1100" i="1" dirty="0"/>
              <a:t> </a:t>
            </a:r>
            <a:r>
              <a:rPr lang="en-US" altLang="zh-CN" sz="1100" i="1" dirty="0"/>
              <a:t>phase</a:t>
            </a:r>
            <a:endParaRPr lang="en-US" sz="1100" i="1" dirty="0"/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7546B067-09C3-A0F5-C6FE-25F449BAACEB}"/>
              </a:ext>
            </a:extLst>
          </p:cNvPr>
          <p:cNvGrpSpPr/>
          <p:nvPr/>
        </p:nvGrpSpPr>
        <p:grpSpPr>
          <a:xfrm>
            <a:off x="1989801" y="2073299"/>
            <a:ext cx="975109" cy="596300"/>
            <a:chOff x="871880" y="1444752"/>
            <a:chExt cx="1331700" cy="761782"/>
          </a:xfrm>
        </p:grpSpPr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EF7BA987-324F-A080-398C-E73AB4E0378B}"/>
                </a:ext>
              </a:extLst>
            </p:cNvPr>
            <p:cNvGrpSpPr/>
            <p:nvPr/>
          </p:nvGrpSpPr>
          <p:grpSpPr>
            <a:xfrm>
              <a:off x="1467588" y="1510043"/>
              <a:ext cx="201168" cy="201168"/>
              <a:chOff x="1225296" y="1527048"/>
              <a:chExt cx="201168" cy="201168"/>
            </a:xfrm>
          </p:grpSpPr>
          <p:sp>
            <p:nvSpPr>
              <p:cNvPr id="197" name="Shape 15">
                <a:extLst>
                  <a:ext uri="{FF2B5EF4-FFF2-40B4-BE49-F238E27FC236}">
                    <a16:creationId xmlns:a16="http://schemas.microsoft.com/office/drawing/2014/main" id="{9BD15F03-B4C8-A740-FCD9-BE8E7110D9A0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Shape 16">
                <a:extLst>
                  <a:ext uri="{FF2B5EF4-FFF2-40B4-BE49-F238E27FC236}">
                    <a16:creationId xmlns:a16="http://schemas.microsoft.com/office/drawing/2014/main" id="{D2C19647-14D9-9C5C-F394-CA0D7436E130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BDF35263-3316-E2EC-5864-51E307061995}"/>
                </a:ext>
              </a:extLst>
            </p:cNvPr>
            <p:cNvGrpSpPr/>
            <p:nvPr/>
          </p:nvGrpSpPr>
          <p:grpSpPr>
            <a:xfrm>
              <a:off x="1874520" y="1444752"/>
              <a:ext cx="182880" cy="182880"/>
              <a:chOff x="1874520" y="1444752"/>
              <a:chExt cx="182880" cy="182880"/>
            </a:xfrm>
          </p:grpSpPr>
          <p:sp>
            <p:nvSpPr>
              <p:cNvPr id="195" name="Shape 23">
                <a:extLst>
                  <a:ext uri="{FF2B5EF4-FFF2-40B4-BE49-F238E27FC236}">
                    <a16:creationId xmlns:a16="http://schemas.microsoft.com/office/drawing/2014/main" id="{2FC188F4-E3EB-B977-FD8E-FD0B960DF322}"/>
                  </a:ext>
                </a:extLst>
              </p:cNvPr>
              <p:cNvSpPr/>
              <p:nvPr/>
            </p:nvSpPr>
            <p:spPr>
              <a:xfrm>
                <a:off x="1874520" y="1444752"/>
                <a:ext cx="182880" cy="182880"/>
              </a:xfrm>
              <a:prstGeom prst="ellipse">
                <a:avLst/>
              </a:prstGeom>
              <a:solidFill>
                <a:srgbClr val="F0997B"/>
              </a:solidFill>
              <a:ln w="9525">
                <a:solidFill>
                  <a:srgbClr val="993C1D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" name="Shape 24">
                <a:extLst>
                  <a:ext uri="{FF2B5EF4-FFF2-40B4-BE49-F238E27FC236}">
                    <a16:creationId xmlns:a16="http://schemas.microsoft.com/office/drawing/2014/main" id="{D2BAE638-02E0-944F-0446-C4E489AEE08F}"/>
                  </a:ext>
                </a:extLst>
              </p:cNvPr>
              <p:cNvSpPr/>
              <p:nvPr/>
            </p:nvSpPr>
            <p:spPr>
              <a:xfrm>
                <a:off x="1929384" y="1499616"/>
                <a:ext cx="73152" cy="73152"/>
              </a:xfrm>
              <a:prstGeom prst="ellipse">
                <a:avLst/>
              </a:prstGeom>
              <a:solidFill>
                <a:srgbClr val="993C1D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822DFE3A-6B91-7EB9-A8D6-111FD5DDED43}"/>
                </a:ext>
              </a:extLst>
            </p:cNvPr>
            <p:cNvGrpSpPr/>
            <p:nvPr/>
          </p:nvGrpSpPr>
          <p:grpSpPr>
            <a:xfrm>
              <a:off x="978195" y="1975612"/>
              <a:ext cx="201168" cy="201168"/>
              <a:chOff x="1225296" y="1527048"/>
              <a:chExt cx="201168" cy="201168"/>
            </a:xfrm>
          </p:grpSpPr>
          <p:sp>
            <p:nvSpPr>
              <p:cNvPr id="193" name="Shape 15">
                <a:extLst>
                  <a:ext uri="{FF2B5EF4-FFF2-40B4-BE49-F238E27FC236}">
                    <a16:creationId xmlns:a16="http://schemas.microsoft.com/office/drawing/2014/main" id="{9BFFD452-3B67-F629-951E-75D9239CE0D6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" name="Shape 16">
                <a:extLst>
                  <a:ext uri="{FF2B5EF4-FFF2-40B4-BE49-F238E27FC236}">
                    <a16:creationId xmlns:a16="http://schemas.microsoft.com/office/drawing/2014/main" id="{71B2F20C-7CE1-9E54-48F8-071E8AAF8B99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FF9757E9-AB25-6690-DE86-3ED827D341E5}"/>
                </a:ext>
              </a:extLst>
            </p:cNvPr>
            <p:cNvGrpSpPr/>
            <p:nvPr/>
          </p:nvGrpSpPr>
          <p:grpSpPr>
            <a:xfrm>
              <a:off x="871880" y="1632056"/>
              <a:ext cx="182880" cy="182880"/>
              <a:chOff x="1874520" y="1444752"/>
              <a:chExt cx="182880" cy="182880"/>
            </a:xfrm>
          </p:grpSpPr>
          <p:sp>
            <p:nvSpPr>
              <p:cNvPr id="191" name="Shape 23">
                <a:extLst>
                  <a:ext uri="{FF2B5EF4-FFF2-40B4-BE49-F238E27FC236}">
                    <a16:creationId xmlns:a16="http://schemas.microsoft.com/office/drawing/2014/main" id="{3CF5D1E6-BC75-53F0-E1C3-1110AA6288EB}"/>
                  </a:ext>
                </a:extLst>
              </p:cNvPr>
              <p:cNvSpPr/>
              <p:nvPr/>
            </p:nvSpPr>
            <p:spPr>
              <a:xfrm>
                <a:off x="1874520" y="1444752"/>
                <a:ext cx="182880" cy="182880"/>
              </a:xfrm>
              <a:prstGeom prst="ellipse">
                <a:avLst/>
              </a:prstGeom>
              <a:solidFill>
                <a:srgbClr val="F0997B"/>
              </a:solidFill>
              <a:ln w="9525">
                <a:solidFill>
                  <a:srgbClr val="993C1D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" name="Shape 24">
                <a:extLst>
                  <a:ext uri="{FF2B5EF4-FFF2-40B4-BE49-F238E27FC236}">
                    <a16:creationId xmlns:a16="http://schemas.microsoft.com/office/drawing/2014/main" id="{DE475FB9-AEBF-BF0D-22BD-D290E48797D9}"/>
                  </a:ext>
                </a:extLst>
              </p:cNvPr>
              <p:cNvSpPr/>
              <p:nvPr/>
            </p:nvSpPr>
            <p:spPr>
              <a:xfrm>
                <a:off x="1929384" y="1499616"/>
                <a:ext cx="73152" cy="73152"/>
              </a:xfrm>
              <a:prstGeom prst="ellipse">
                <a:avLst/>
              </a:prstGeom>
              <a:solidFill>
                <a:srgbClr val="993C1D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67BB5287-5943-B122-44A5-10A426AD5EEE}"/>
                </a:ext>
              </a:extLst>
            </p:cNvPr>
            <p:cNvGrpSpPr/>
            <p:nvPr/>
          </p:nvGrpSpPr>
          <p:grpSpPr>
            <a:xfrm>
              <a:off x="1447471" y="2005366"/>
              <a:ext cx="201168" cy="201168"/>
              <a:chOff x="1225296" y="1527048"/>
              <a:chExt cx="201168" cy="201168"/>
            </a:xfrm>
          </p:grpSpPr>
          <p:sp>
            <p:nvSpPr>
              <p:cNvPr id="189" name="Shape 15">
                <a:extLst>
                  <a:ext uri="{FF2B5EF4-FFF2-40B4-BE49-F238E27FC236}">
                    <a16:creationId xmlns:a16="http://schemas.microsoft.com/office/drawing/2014/main" id="{5A6F4697-E6DA-BA00-B86B-4172AC0B1EF6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0" name="Shape 16">
                <a:extLst>
                  <a:ext uri="{FF2B5EF4-FFF2-40B4-BE49-F238E27FC236}">
                    <a16:creationId xmlns:a16="http://schemas.microsoft.com/office/drawing/2014/main" id="{00425469-EAAE-36EB-D8C6-82223CF22B77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7A9A02E8-E551-ED6F-183B-B2760C3E9589}"/>
                </a:ext>
              </a:extLst>
            </p:cNvPr>
            <p:cNvGrpSpPr/>
            <p:nvPr/>
          </p:nvGrpSpPr>
          <p:grpSpPr>
            <a:xfrm>
              <a:off x="2002412" y="1913763"/>
              <a:ext cx="201168" cy="201168"/>
              <a:chOff x="1225296" y="1527048"/>
              <a:chExt cx="201168" cy="201168"/>
            </a:xfrm>
          </p:grpSpPr>
          <p:sp>
            <p:nvSpPr>
              <p:cNvPr id="187" name="Shape 15">
                <a:extLst>
                  <a:ext uri="{FF2B5EF4-FFF2-40B4-BE49-F238E27FC236}">
                    <a16:creationId xmlns:a16="http://schemas.microsoft.com/office/drawing/2014/main" id="{0E3D6681-0DDA-9D67-D6A0-B74F9A4FA48F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" name="Shape 16">
                <a:extLst>
                  <a:ext uri="{FF2B5EF4-FFF2-40B4-BE49-F238E27FC236}">
                    <a16:creationId xmlns:a16="http://schemas.microsoft.com/office/drawing/2014/main" id="{4DAAEB6D-E162-D8AB-A8DE-8232F95CC4DE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82C3B962-63E8-600E-DDFB-B86FADB8436D}"/>
              </a:ext>
            </a:extLst>
          </p:cNvPr>
          <p:cNvGrpSpPr/>
          <p:nvPr/>
        </p:nvGrpSpPr>
        <p:grpSpPr>
          <a:xfrm>
            <a:off x="3807706" y="1870822"/>
            <a:ext cx="1704802" cy="1008947"/>
            <a:chOff x="5512572" y="834495"/>
            <a:chExt cx="2219568" cy="1303224"/>
          </a:xfrm>
        </p:grpSpPr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DDC5F1F8-206F-67C7-D962-2CDC1EAEE680}"/>
                </a:ext>
              </a:extLst>
            </p:cNvPr>
            <p:cNvGrpSpPr/>
            <p:nvPr/>
          </p:nvGrpSpPr>
          <p:grpSpPr>
            <a:xfrm>
              <a:off x="7019838" y="1167407"/>
              <a:ext cx="179025" cy="162648"/>
              <a:chOff x="7067843" y="717976"/>
              <a:chExt cx="201168" cy="206147"/>
            </a:xfrm>
          </p:grpSpPr>
          <p:sp>
            <p:nvSpPr>
              <p:cNvPr id="307" name="Shape 71">
                <a:extLst>
                  <a:ext uri="{FF2B5EF4-FFF2-40B4-BE49-F238E27FC236}">
                    <a16:creationId xmlns:a16="http://schemas.microsoft.com/office/drawing/2014/main" id="{F1AE5994-4DC1-CE0D-CD77-E9115D0A6958}"/>
                  </a:ext>
                </a:extLst>
              </p:cNvPr>
              <p:cNvSpPr/>
              <p:nvPr/>
            </p:nvSpPr>
            <p:spPr>
              <a:xfrm>
                <a:off x="7067843" y="717976"/>
                <a:ext cx="201168" cy="206147"/>
              </a:xfrm>
              <a:prstGeom prst="ellipse">
                <a:avLst/>
              </a:prstGeom>
              <a:solidFill>
                <a:srgbClr val="FBEAF0"/>
              </a:solidFill>
              <a:ln w="22225">
                <a:solidFill>
                  <a:srgbClr val="993556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308" name="Shape 72">
                <a:extLst>
                  <a:ext uri="{FF2B5EF4-FFF2-40B4-BE49-F238E27FC236}">
                    <a16:creationId xmlns:a16="http://schemas.microsoft.com/office/drawing/2014/main" id="{3101C30B-FDB7-AF77-E18A-F7D02C3D4DB1}"/>
                  </a:ext>
                </a:extLst>
              </p:cNvPr>
              <p:cNvSpPr/>
              <p:nvPr/>
            </p:nvSpPr>
            <p:spPr>
              <a:xfrm>
                <a:off x="7128525" y="770321"/>
                <a:ext cx="80467" cy="82459"/>
              </a:xfrm>
              <a:prstGeom prst="ellipse">
                <a:avLst/>
              </a:prstGeom>
              <a:solidFill>
                <a:srgbClr val="993556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3BAB490D-C246-6336-D359-E170AFFA2D82}"/>
                </a:ext>
              </a:extLst>
            </p:cNvPr>
            <p:cNvSpPr txBox="1"/>
            <p:nvPr/>
          </p:nvSpPr>
          <p:spPr>
            <a:xfrm>
              <a:off x="6165693" y="834495"/>
              <a:ext cx="1566447" cy="3379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dirty="0"/>
                <a:t>a</a:t>
              </a:r>
              <a:r>
                <a:rPr lang="zh-CN" altLang="en-US" sz="1100" dirty="0"/>
                <a:t> </a:t>
              </a:r>
              <a:r>
                <a:rPr lang="en-US" altLang="zh-CN" sz="1100" dirty="0"/>
                <a:t>new</a:t>
              </a:r>
              <a:r>
                <a:rPr lang="zh-CN" altLang="en-US" sz="1100" dirty="0"/>
                <a:t> </a:t>
              </a:r>
              <a:r>
                <a:rPr lang="en-US" altLang="zh-CN" sz="1100" dirty="0"/>
                <a:t>mutant</a:t>
              </a:r>
              <a:endParaRPr lang="en-US" sz="1100" dirty="0"/>
            </a:p>
          </p:txBody>
        </p:sp>
        <p:cxnSp>
          <p:nvCxnSpPr>
            <p:cNvPr id="203" name="Curved Connector 202">
              <a:extLst>
                <a:ext uri="{FF2B5EF4-FFF2-40B4-BE49-F238E27FC236}">
                  <a16:creationId xmlns:a16="http://schemas.microsoft.com/office/drawing/2014/main" id="{9CD148C5-17AB-CC34-CCA3-0F6702E49D33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6746370" y="1200193"/>
              <a:ext cx="162647" cy="242445"/>
            </a:xfrm>
            <a:prstGeom prst="curvedConnector2">
              <a:avLst/>
            </a:prstGeom>
            <a:ln w="9525">
              <a:solidFill>
                <a:schemeClr val="accent2">
                  <a:lumMod val="50000"/>
                  <a:alpha val="89000"/>
                </a:schemeClr>
              </a:solidFill>
              <a:headEnd type="none"/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9C578FD7-4008-D2F6-45B3-A8036EB76E9C}"/>
                </a:ext>
              </a:extLst>
            </p:cNvPr>
            <p:cNvGrpSpPr/>
            <p:nvPr/>
          </p:nvGrpSpPr>
          <p:grpSpPr>
            <a:xfrm>
              <a:off x="6209427" y="1482458"/>
              <a:ext cx="186961" cy="186850"/>
              <a:chOff x="1225296" y="1527048"/>
              <a:chExt cx="201168" cy="201168"/>
            </a:xfrm>
          </p:grpSpPr>
          <p:sp>
            <p:nvSpPr>
              <p:cNvPr id="305" name="Shape 15">
                <a:extLst>
                  <a:ext uri="{FF2B5EF4-FFF2-40B4-BE49-F238E27FC236}">
                    <a16:creationId xmlns:a16="http://schemas.microsoft.com/office/drawing/2014/main" id="{176BA3BF-FABD-C3BC-2D98-B1548FE0B909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6" name="Shape 16">
                <a:extLst>
                  <a:ext uri="{FF2B5EF4-FFF2-40B4-BE49-F238E27FC236}">
                    <a16:creationId xmlns:a16="http://schemas.microsoft.com/office/drawing/2014/main" id="{3364FDB0-24BE-FDD8-4718-9C1B317A289C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765800D8-AAA2-12F4-4E96-9218B83591AC}"/>
                </a:ext>
              </a:extLst>
            </p:cNvPr>
            <p:cNvGrpSpPr/>
            <p:nvPr/>
          </p:nvGrpSpPr>
          <p:grpSpPr>
            <a:xfrm>
              <a:off x="6587620" y="1421814"/>
              <a:ext cx="169964" cy="169864"/>
              <a:chOff x="1874520" y="1444752"/>
              <a:chExt cx="182880" cy="182880"/>
            </a:xfrm>
          </p:grpSpPr>
          <p:sp>
            <p:nvSpPr>
              <p:cNvPr id="303" name="Shape 23">
                <a:extLst>
                  <a:ext uri="{FF2B5EF4-FFF2-40B4-BE49-F238E27FC236}">
                    <a16:creationId xmlns:a16="http://schemas.microsoft.com/office/drawing/2014/main" id="{A1AD1450-5FDA-7C1E-BAE5-C0023EA1BF67}"/>
                  </a:ext>
                </a:extLst>
              </p:cNvPr>
              <p:cNvSpPr/>
              <p:nvPr/>
            </p:nvSpPr>
            <p:spPr>
              <a:xfrm>
                <a:off x="1874520" y="1444752"/>
                <a:ext cx="182880" cy="182880"/>
              </a:xfrm>
              <a:prstGeom prst="ellipse">
                <a:avLst/>
              </a:prstGeom>
              <a:solidFill>
                <a:srgbClr val="F0997B"/>
              </a:solidFill>
              <a:ln w="9525">
                <a:solidFill>
                  <a:srgbClr val="993C1D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4" name="Shape 24">
                <a:extLst>
                  <a:ext uri="{FF2B5EF4-FFF2-40B4-BE49-F238E27FC236}">
                    <a16:creationId xmlns:a16="http://schemas.microsoft.com/office/drawing/2014/main" id="{A9A1A06B-0E01-CD55-2584-95DAC4ABE74A}"/>
                  </a:ext>
                </a:extLst>
              </p:cNvPr>
              <p:cNvSpPr/>
              <p:nvPr/>
            </p:nvSpPr>
            <p:spPr>
              <a:xfrm>
                <a:off x="1929384" y="1499616"/>
                <a:ext cx="73152" cy="73152"/>
              </a:xfrm>
              <a:prstGeom prst="ellipse">
                <a:avLst/>
              </a:prstGeom>
              <a:solidFill>
                <a:srgbClr val="993C1D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" name="Group 205">
              <a:extLst>
                <a:ext uri="{FF2B5EF4-FFF2-40B4-BE49-F238E27FC236}">
                  <a16:creationId xmlns:a16="http://schemas.microsoft.com/office/drawing/2014/main" id="{93078588-A683-B090-BCE1-440873F96EFE}"/>
                </a:ext>
              </a:extLst>
            </p:cNvPr>
            <p:cNvGrpSpPr/>
            <p:nvPr/>
          </p:nvGrpSpPr>
          <p:grpSpPr>
            <a:xfrm>
              <a:off x="5754596" y="1914891"/>
              <a:ext cx="186961" cy="186850"/>
              <a:chOff x="1225296" y="1527048"/>
              <a:chExt cx="201168" cy="201168"/>
            </a:xfrm>
          </p:grpSpPr>
          <p:sp>
            <p:nvSpPr>
              <p:cNvPr id="301" name="Shape 15">
                <a:extLst>
                  <a:ext uri="{FF2B5EF4-FFF2-40B4-BE49-F238E27FC236}">
                    <a16:creationId xmlns:a16="http://schemas.microsoft.com/office/drawing/2014/main" id="{E50CBFBF-0D11-6C1C-17A7-2BCD38996173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2" name="Shape 16">
                <a:extLst>
                  <a:ext uri="{FF2B5EF4-FFF2-40B4-BE49-F238E27FC236}">
                    <a16:creationId xmlns:a16="http://schemas.microsoft.com/office/drawing/2014/main" id="{08EF30B4-AFA2-E503-CECA-B156CA6162BE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7" name="Group 206">
              <a:extLst>
                <a:ext uri="{FF2B5EF4-FFF2-40B4-BE49-F238E27FC236}">
                  <a16:creationId xmlns:a16="http://schemas.microsoft.com/office/drawing/2014/main" id="{2466FBA2-3AC5-7BDB-042F-EEB8B39D6F9D}"/>
                </a:ext>
              </a:extLst>
            </p:cNvPr>
            <p:cNvGrpSpPr/>
            <p:nvPr/>
          </p:nvGrpSpPr>
          <p:grpSpPr>
            <a:xfrm>
              <a:off x="5512572" y="1636036"/>
              <a:ext cx="169964" cy="169864"/>
              <a:chOff x="1874520" y="1444752"/>
              <a:chExt cx="182880" cy="182880"/>
            </a:xfrm>
          </p:grpSpPr>
          <p:sp>
            <p:nvSpPr>
              <p:cNvPr id="299" name="Shape 23">
                <a:extLst>
                  <a:ext uri="{FF2B5EF4-FFF2-40B4-BE49-F238E27FC236}">
                    <a16:creationId xmlns:a16="http://schemas.microsoft.com/office/drawing/2014/main" id="{7FD9A322-6180-C34C-5660-64656E7AA0E9}"/>
                  </a:ext>
                </a:extLst>
              </p:cNvPr>
              <p:cNvSpPr/>
              <p:nvPr/>
            </p:nvSpPr>
            <p:spPr>
              <a:xfrm>
                <a:off x="1874520" y="1444752"/>
                <a:ext cx="182880" cy="182880"/>
              </a:xfrm>
              <a:prstGeom prst="ellipse">
                <a:avLst/>
              </a:prstGeom>
              <a:solidFill>
                <a:srgbClr val="F0997B"/>
              </a:solidFill>
              <a:ln w="9525">
                <a:solidFill>
                  <a:srgbClr val="993C1D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0" name="Shape 24">
                <a:extLst>
                  <a:ext uri="{FF2B5EF4-FFF2-40B4-BE49-F238E27FC236}">
                    <a16:creationId xmlns:a16="http://schemas.microsoft.com/office/drawing/2014/main" id="{7A52ADC0-22EB-ADD3-11AE-9C84F3A8717E}"/>
                  </a:ext>
                </a:extLst>
              </p:cNvPr>
              <p:cNvSpPr/>
              <p:nvPr/>
            </p:nvSpPr>
            <p:spPr>
              <a:xfrm>
                <a:off x="1929384" y="1499616"/>
                <a:ext cx="73152" cy="73152"/>
              </a:xfrm>
              <a:prstGeom prst="ellipse">
                <a:avLst/>
              </a:prstGeom>
              <a:solidFill>
                <a:srgbClr val="993C1D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9C3014CD-5EF0-2E8B-D611-4D3D6745F4C8}"/>
                </a:ext>
              </a:extLst>
            </p:cNvPr>
            <p:cNvGrpSpPr/>
            <p:nvPr/>
          </p:nvGrpSpPr>
          <p:grpSpPr>
            <a:xfrm>
              <a:off x="6291319" y="1950869"/>
              <a:ext cx="186961" cy="186850"/>
              <a:chOff x="1225296" y="1527048"/>
              <a:chExt cx="201168" cy="201168"/>
            </a:xfrm>
          </p:grpSpPr>
          <p:sp>
            <p:nvSpPr>
              <p:cNvPr id="297" name="Shape 15">
                <a:extLst>
                  <a:ext uri="{FF2B5EF4-FFF2-40B4-BE49-F238E27FC236}">
                    <a16:creationId xmlns:a16="http://schemas.microsoft.com/office/drawing/2014/main" id="{FDF2EFC0-AE8D-3DDF-F814-7AE6B3625982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8" name="Shape 16">
                <a:extLst>
                  <a:ext uri="{FF2B5EF4-FFF2-40B4-BE49-F238E27FC236}">
                    <a16:creationId xmlns:a16="http://schemas.microsoft.com/office/drawing/2014/main" id="{2650C282-EC03-9977-9E9F-6F75BFD9C44A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1B072F60-D0E0-F03E-044A-3F8E1B6F9B77}"/>
                </a:ext>
              </a:extLst>
            </p:cNvPr>
            <p:cNvGrpSpPr/>
            <p:nvPr/>
          </p:nvGrpSpPr>
          <p:grpSpPr>
            <a:xfrm>
              <a:off x="6706480" y="1857444"/>
              <a:ext cx="186961" cy="186850"/>
              <a:chOff x="1225296" y="1527048"/>
              <a:chExt cx="201168" cy="201168"/>
            </a:xfrm>
          </p:grpSpPr>
          <p:sp>
            <p:nvSpPr>
              <p:cNvPr id="295" name="Shape 15">
                <a:extLst>
                  <a:ext uri="{FF2B5EF4-FFF2-40B4-BE49-F238E27FC236}">
                    <a16:creationId xmlns:a16="http://schemas.microsoft.com/office/drawing/2014/main" id="{2738BBE6-CA8C-96E3-D620-D63B44B79DC5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6" name="Shape 16">
                <a:extLst>
                  <a:ext uri="{FF2B5EF4-FFF2-40B4-BE49-F238E27FC236}">
                    <a16:creationId xmlns:a16="http://schemas.microsoft.com/office/drawing/2014/main" id="{DB8F73C0-BF58-51BE-74C3-031696A9479C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0584FA94-E72E-FFEE-38EE-3A7F0B621C1B}"/>
                </a:ext>
              </a:extLst>
            </p:cNvPr>
            <p:cNvGrpSpPr/>
            <p:nvPr/>
          </p:nvGrpSpPr>
          <p:grpSpPr>
            <a:xfrm>
              <a:off x="5512572" y="1078604"/>
              <a:ext cx="169964" cy="169864"/>
              <a:chOff x="1874520" y="1444752"/>
              <a:chExt cx="182880" cy="182880"/>
            </a:xfrm>
          </p:grpSpPr>
          <p:sp>
            <p:nvSpPr>
              <p:cNvPr id="293" name="Shape 23">
                <a:extLst>
                  <a:ext uri="{FF2B5EF4-FFF2-40B4-BE49-F238E27FC236}">
                    <a16:creationId xmlns:a16="http://schemas.microsoft.com/office/drawing/2014/main" id="{D98B8C3F-9AC5-5F99-A3FE-444806F3982C}"/>
                  </a:ext>
                </a:extLst>
              </p:cNvPr>
              <p:cNvSpPr/>
              <p:nvPr/>
            </p:nvSpPr>
            <p:spPr>
              <a:xfrm>
                <a:off x="1874520" y="1444752"/>
                <a:ext cx="182880" cy="182880"/>
              </a:xfrm>
              <a:prstGeom prst="ellipse">
                <a:avLst/>
              </a:prstGeom>
              <a:solidFill>
                <a:srgbClr val="F0997B"/>
              </a:solidFill>
              <a:ln w="9525">
                <a:solidFill>
                  <a:srgbClr val="993C1D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4" name="Shape 24">
                <a:extLst>
                  <a:ext uri="{FF2B5EF4-FFF2-40B4-BE49-F238E27FC236}">
                    <a16:creationId xmlns:a16="http://schemas.microsoft.com/office/drawing/2014/main" id="{E5CF6F15-03A8-A200-2F0B-068F2B184DC3}"/>
                  </a:ext>
                </a:extLst>
              </p:cNvPr>
              <p:cNvSpPr/>
              <p:nvPr/>
            </p:nvSpPr>
            <p:spPr>
              <a:xfrm>
                <a:off x="1929384" y="1499616"/>
                <a:ext cx="73152" cy="73152"/>
              </a:xfrm>
              <a:prstGeom prst="ellipse">
                <a:avLst/>
              </a:prstGeom>
              <a:solidFill>
                <a:srgbClr val="993C1D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2AE0E09-7C9B-8530-A490-8C26D5BD78BF}"/>
                </a:ext>
              </a:extLst>
            </p:cNvPr>
            <p:cNvGrpSpPr/>
            <p:nvPr/>
          </p:nvGrpSpPr>
          <p:grpSpPr>
            <a:xfrm>
              <a:off x="5971477" y="1658721"/>
              <a:ext cx="186961" cy="186850"/>
              <a:chOff x="1225296" y="1527048"/>
              <a:chExt cx="201168" cy="201168"/>
            </a:xfrm>
          </p:grpSpPr>
          <p:sp>
            <p:nvSpPr>
              <p:cNvPr id="291" name="Shape 15">
                <a:extLst>
                  <a:ext uri="{FF2B5EF4-FFF2-40B4-BE49-F238E27FC236}">
                    <a16:creationId xmlns:a16="http://schemas.microsoft.com/office/drawing/2014/main" id="{440A8F5D-2EF1-882C-634D-66A4EFD69F43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2" name="Shape 16">
                <a:extLst>
                  <a:ext uri="{FF2B5EF4-FFF2-40B4-BE49-F238E27FC236}">
                    <a16:creationId xmlns:a16="http://schemas.microsoft.com/office/drawing/2014/main" id="{31AC08E2-4C6A-1664-E5AC-9EA9B353B588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7" name="Group 286">
              <a:extLst>
                <a:ext uri="{FF2B5EF4-FFF2-40B4-BE49-F238E27FC236}">
                  <a16:creationId xmlns:a16="http://schemas.microsoft.com/office/drawing/2014/main" id="{8F0F4605-0542-7A0D-DD73-09A6F69EEE03}"/>
                </a:ext>
              </a:extLst>
            </p:cNvPr>
            <p:cNvGrpSpPr/>
            <p:nvPr/>
          </p:nvGrpSpPr>
          <p:grpSpPr>
            <a:xfrm>
              <a:off x="5719754" y="1319895"/>
              <a:ext cx="186961" cy="186850"/>
              <a:chOff x="1225296" y="1527048"/>
              <a:chExt cx="201168" cy="201168"/>
            </a:xfrm>
          </p:grpSpPr>
          <p:sp>
            <p:nvSpPr>
              <p:cNvPr id="288" name="Shape 15">
                <a:extLst>
                  <a:ext uri="{FF2B5EF4-FFF2-40B4-BE49-F238E27FC236}">
                    <a16:creationId xmlns:a16="http://schemas.microsoft.com/office/drawing/2014/main" id="{A499F895-B15D-FCB9-72BC-D5042645D1B1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9" name="Shape 16">
                <a:extLst>
                  <a:ext uri="{FF2B5EF4-FFF2-40B4-BE49-F238E27FC236}">
                    <a16:creationId xmlns:a16="http://schemas.microsoft.com/office/drawing/2014/main" id="{40732566-7A11-A98D-DED8-050F93DBE3B0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9A54B9DA-32C5-1E7B-A211-9FA386A868FB}"/>
              </a:ext>
            </a:extLst>
          </p:cNvPr>
          <p:cNvGrpSpPr/>
          <p:nvPr/>
        </p:nvGrpSpPr>
        <p:grpSpPr>
          <a:xfrm>
            <a:off x="5824142" y="1883369"/>
            <a:ext cx="1435025" cy="997550"/>
            <a:chOff x="753529" y="3465034"/>
            <a:chExt cx="1435025" cy="997550"/>
          </a:xfrm>
        </p:grpSpPr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D9CAD6E6-0102-C697-7D60-283E6E02A8EE}"/>
                </a:ext>
              </a:extLst>
            </p:cNvPr>
            <p:cNvGrpSpPr/>
            <p:nvPr/>
          </p:nvGrpSpPr>
          <p:grpSpPr>
            <a:xfrm>
              <a:off x="1327716" y="3972192"/>
              <a:ext cx="150129" cy="139837"/>
              <a:chOff x="1225296" y="1527048"/>
              <a:chExt cx="201168" cy="201168"/>
            </a:xfrm>
          </p:grpSpPr>
          <p:sp>
            <p:nvSpPr>
              <p:cNvPr id="366" name="Shape 15">
                <a:extLst>
                  <a:ext uri="{FF2B5EF4-FFF2-40B4-BE49-F238E27FC236}">
                    <a16:creationId xmlns:a16="http://schemas.microsoft.com/office/drawing/2014/main" id="{10C715DC-7D0A-7CBF-51F2-456C1D1F0E31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7" name="Shape 16">
                <a:extLst>
                  <a:ext uri="{FF2B5EF4-FFF2-40B4-BE49-F238E27FC236}">
                    <a16:creationId xmlns:a16="http://schemas.microsoft.com/office/drawing/2014/main" id="{B0CE9103-B110-A0ED-F39F-FB992FAC3309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2" name="Group 311">
              <a:extLst>
                <a:ext uri="{FF2B5EF4-FFF2-40B4-BE49-F238E27FC236}">
                  <a16:creationId xmlns:a16="http://schemas.microsoft.com/office/drawing/2014/main" id="{DDC18F0D-8577-6461-E809-195C7124A76D}"/>
                </a:ext>
              </a:extLst>
            </p:cNvPr>
            <p:cNvGrpSpPr/>
            <p:nvPr/>
          </p:nvGrpSpPr>
          <p:grpSpPr>
            <a:xfrm>
              <a:off x="1631405" y="3926806"/>
              <a:ext cx="136481" cy="127125"/>
              <a:chOff x="1874520" y="1444752"/>
              <a:chExt cx="182880" cy="182880"/>
            </a:xfrm>
          </p:grpSpPr>
          <p:sp>
            <p:nvSpPr>
              <p:cNvPr id="364" name="Shape 23">
                <a:extLst>
                  <a:ext uri="{FF2B5EF4-FFF2-40B4-BE49-F238E27FC236}">
                    <a16:creationId xmlns:a16="http://schemas.microsoft.com/office/drawing/2014/main" id="{DB433AFB-646A-2C0A-0B19-7B8DE2640792}"/>
                  </a:ext>
                </a:extLst>
              </p:cNvPr>
              <p:cNvSpPr/>
              <p:nvPr/>
            </p:nvSpPr>
            <p:spPr>
              <a:xfrm>
                <a:off x="1874520" y="1444752"/>
                <a:ext cx="182880" cy="182880"/>
              </a:xfrm>
              <a:prstGeom prst="ellipse">
                <a:avLst/>
              </a:prstGeom>
              <a:solidFill>
                <a:srgbClr val="F0997B"/>
              </a:solidFill>
              <a:ln w="9525">
                <a:solidFill>
                  <a:srgbClr val="993C1D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" name="Shape 24">
                <a:extLst>
                  <a:ext uri="{FF2B5EF4-FFF2-40B4-BE49-F238E27FC236}">
                    <a16:creationId xmlns:a16="http://schemas.microsoft.com/office/drawing/2014/main" id="{F3C53301-7DE2-E7D4-ED00-5EDADD93DE43}"/>
                  </a:ext>
                </a:extLst>
              </p:cNvPr>
              <p:cNvSpPr/>
              <p:nvPr/>
            </p:nvSpPr>
            <p:spPr>
              <a:xfrm>
                <a:off x="1929384" y="1499616"/>
                <a:ext cx="73152" cy="73152"/>
              </a:xfrm>
              <a:prstGeom prst="ellipse">
                <a:avLst/>
              </a:prstGeom>
              <a:solidFill>
                <a:srgbClr val="993C1D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3" name="Group 312">
              <a:extLst>
                <a:ext uri="{FF2B5EF4-FFF2-40B4-BE49-F238E27FC236}">
                  <a16:creationId xmlns:a16="http://schemas.microsoft.com/office/drawing/2014/main" id="{EC80ED31-396C-B404-23FD-30B1D1DD2EE4}"/>
                </a:ext>
              </a:extLst>
            </p:cNvPr>
            <p:cNvGrpSpPr/>
            <p:nvPr/>
          </p:nvGrpSpPr>
          <p:grpSpPr>
            <a:xfrm>
              <a:off x="962487" y="4295822"/>
              <a:ext cx="150129" cy="139837"/>
              <a:chOff x="1225296" y="1527048"/>
              <a:chExt cx="201168" cy="201168"/>
            </a:xfrm>
          </p:grpSpPr>
          <p:sp>
            <p:nvSpPr>
              <p:cNvPr id="362" name="Shape 15">
                <a:extLst>
                  <a:ext uri="{FF2B5EF4-FFF2-40B4-BE49-F238E27FC236}">
                    <a16:creationId xmlns:a16="http://schemas.microsoft.com/office/drawing/2014/main" id="{AA9339AB-8D9D-FFE6-F507-2A9386A531C5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3" name="Shape 16">
                <a:extLst>
                  <a:ext uri="{FF2B5EF4-FFF2-40B4-BE49-F238E27FC236}">
                    <a16:creationId xmlns:a16="http://schemas.microsoft.com/office/drawing/2014/main" id="{B51CF8FA-118A-6D86-1312-451FA6FE236A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4" name="Group 313">
              <a:extLst>
                <a:ext uri="{FF2B5EF4-FFF2-40B4-BE49-F238E27FC236}">
                  <a16:creationId xmlns:a16="http://schemas.microsoft.com/office/drawing/2014/main" id="{4C1E9734-CA7B-BD7F-C6F4-40CD440AB061}"/>
                </a:ext>
              </a:extLst>
            </p:cNvPr>
            <p:cNvGrpSpPr/>
            <p:nvPr/>
          </p:nvGrpSpPr>
          <p:grpSpPr>
            <a:xfrm>
              <a:off x="768142" y="4087128"/>
              <a:ext cx="136481" cy="127125"/>
              <a:chOff x="1874520" y="1444752"/>
              <a:chExt cx="182880" cy="182880"/>
            </a:xfrm>
          </p:grpSpPr>
          <p:sp>
            <p:nvSpPr>
              <p:cNvPr id="360" name="Shape 23">
                <a:extLst>
                  <a:ext uri="{FF2B5EF4-FFF2-40B4-BE49-F238E27FC236}">
                    <a16:creationId xmlns:a16="http://schemas.microsoft.com/office/drawing/2014/main" id="{7865FCFC-DA45-626A-9FDB-3309BCE9EE0F}"/>
                  </a:ext>
                </a:extLst>
              </p:cNvPr>
              <p:cNvSpPr/>
              <p:nvPr/>
            </p:nvSpPr>
            <p:spPr>
              <a:xfrm>
                <a:off x="1874520" y="1444752"/>
                <a:ext cx="182880" cy="182880"/>
              </a:xfrm>
              <a:prstGeom prst="ellipse">
                <a:avLst/>
              </a:prstGeom>
              <a:solidFill>
                <a:srgbClr val="F0997B"/>
              </a:solidFill>
              <a:ln w="9525">
                <a:solidFill>
                  <a:srgbClr val="993C1D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1" name="Shape 24">
                <a:extLst>
                  <a:ext uri="{FF2B5EF4-FFF2-40B4-BE49-F238E27FC236}">
                    <a16:creationId xmlns:a16="http://schemas.microsoft.com/office/drawing/2014/main" id="{99DC5AFC-C681-0AA3-809E-368D8577032C}"/>
                  </a:ext>
                </a:extLst>
              </p:cNvPr>
              <p:cNvSpPr/>
              <p:nvPr/>
            </p:nvSpPr>
            <p:spPr>
              <a:xfrm>
                <a:off x="1929384" y="1499616"/>
                <a:ext cx="73152" cy="73152"/>
              </a:xfrm>
              <a:prstGeom prst="ellipse">
                <a:avLst/>
              </a:prstGeom>
              <a:solidFill>
                <a:srgbClr val="993C1D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00F60B4F-4300-856F-D498-A66E7F77B4EC}"/>
                </a:ext>
              </a:extLst>
            </p:cNvPr>
            <p:cNvGrpSpPr/>
            <p:nvPr/>
          </p:nvGrpSpPr>
          <p:grpSpPr>
            <a:xfrm>
              <a:off x="1393475" y="4322747"/>
              <a:ext cx="150129" cy="139837"/>
              <a:chOff x="1225296" y="1527048"/>
              <a:chExt cx="201168" cy="201168"/>
            </a:xfrm>
          </p:grpSpPr>
          <p:sp>
            <p:nvSpPr>
              <p:cNvPr id="358" name="Shape 15">
                <a:extLst>
                  <a:ext uri="{FF2B5EF4-FFF2-40B4-BE49-F238E27FC236}">
                    <a16:creationId xmlns:a16="http://schemas.microsoft.com/office/drawing/2014/main" id="{588C630E-9982-8514-510A-EC2B721790D4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9" name="Shape 16">
                <a:extLst>
                  <a:ext uri="{FF2B5EF4-FFF2-40B4-BE49-F238E27FC236}">
                    <a16:creationId xmlns:a16="http://schemas.microsoft.com/office/drawing/2014/main" id="{7DA951B9-AE9B-089B-67B5-1F947D1A2650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6" name="Group 315">
              <a:extLst>
                <a:ext uri="{FF2B5EF4-FFF2-40B4-BE49-F238E27FC236}">
                  <a16:creationId xmlns:a16="http://schemas.microsoft.com/office/drawing/2014/main" id="{60838928-7892-3AAA-AE9D-6040C35905BB}"/>
                </a:ext>
              </a:extLst>
            </p:cNvPr>
            <p:cNvGrpSpPr/>
            <p:nvPr/>
          </p:nvGrpSpPr>
          <p:grpSpPr>
            <a:xfrm>
              <a:off x="1726849" y="4252829"/>
              <a:ext cx="150129" cy="139837"/>
              <a:chOff x="1225296" y="1527048"/>
              <a:chExt cx="201168" cy="201168"/>
            </a:xfrm>
          </p:grpSpPr>
          <p:sp>
            <p:nvSpPr>
              <p:cNvPr id="356" name="Shape 15">
                <a:extLst>
                  <a:ext uri="{FF2B5EF4-FFF2-40B4-BE49-F238E27FC236}">
                    <a16:creationId xmlns:a16="http://schemas.microsoft.com/office/drawing/2014/main" id="{304A3F83-7B81-A9AC-B0E8-35E75E2EDF99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" name="Shape 16">
                <a:extLst>
                  <a:ext uri="{FF2B5EF4-FFF2-40B4-BE49-F238E27FC236}">
                    <a16:creationId xmlns:a16="http://schemas.microsoft.com/office/drawing/2014/main" id="{CA782C46-B7AE-531C-982C-323E0CDE824B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F61AF679-EB53-9B16-55F8-E213CA5376E8}"/>
                </a:ext>
              </a:extLst>
            </p:cNvPr>
            <p:cNvGrpSpPr/>
            <p:nvPr/>
          </p:nvGrpSpPr>
          <p:grpSpPr>
            <a:xfrm>
              <a:off x="1136642" y="4104105"/>
              <a:ext cx="150129" cy="139837"/>
              <a:chOff x="1225296" y="1527048"/>
              <a:chExt cx="201168" cy="201168"/>
            </a:xfrm>
          </p:grpSpPr>
          <p:sp>
            <p:nvSpPr>
              <p:cNvPr id="354" name="Shape 15">
                <a:extLst>
                  <a:ext uri="{FF2B5EF4-FFF2-40B4-BE49-F238E27FC236}">
                    <a16:creationId xmlns:a16="http://schemas.microsoft.com/office/drawing/2014/main" id="{1D5C864F-64BE-A0C1-5D45-F856D67A9D69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5" name="Shape 16">
                <a:extLst>
                  <a:ext uri="{FF2B5EF4-FFF2-40B4-BE49-F238E27FC236}">
                    <a16:creationId xmlns:a16="http://schemas.microsoft.com/office/drawing/2014/main" id="{3FD3D180-95EF-A475-694F-90BFE5B74821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2C4D7502-F5C4-7DC9-BA60-771CD561BD4B}"/>
                </a:ext>
              </a:extLst>
            </p:cNvPr>
            <p:cNvGrpSpPr/>
            <p:nvPr/>
          </p:nvGrpSpPr>
          <p:grpSpPr>
            <a:xfrm>
              <a:off x="934509" y="3850531"/>
              <a:ext cx="150129" cy="139837"/>
              <a:chOff x="1225296" y="1527048"/>
              <a:chExt cx="201168" cy="201168"/>
            </a:xfrm>
          </p:grpSpPr>
          <p:sp>
            <p:nvSpPr>
              <p:cNvPr id="352" name="Shape 15">
                <a:extLst>
                  <a:ext uri="{FF2B5EF4-FFF2-40B4-BE49-F238E27FC236}">
                    <a16:creationId xmlns:a16="http://schemas.microsoft.com/office/drawing/2014/main" id="{640E6451-149F-254C-6E01-231D51277B77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3" name="Shape 16">
                <a:extLst>
                  <a:ext uri="{FF2B5EF4-FFF2-40B4-BE49-F238E27FC236}">
                    <a16:creationId xmlns:a16="http://schemas.microsoft.com/office/drawing/2014/main" id="{88566C66-CD8C-A430-9792-B854EBE3AEFA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F2DC29C7-70C9-6CBF-7A8D-C77B5190167A}"/>
                </a:ext>
              </a:extLst>
            </p:cNvPr>
            <p:cNvGrpSpPr/>
            <p:nvPr/>
          </p:nvGrpSpPr>
          <p:grpSpPr>
            <a:xfrm>
              <a:off x="1894866" y="3892890"/>
              <a:ext cx="150129" cy="143298"/>
              <a:chOff x="7067843" y="717976"/>
              <a:chExt cx="201168" cy="206147"/>
            </a:xfrm>
          </p:grpSpPr>
          <p:sp>
            <p:nvSpPr>
              <p:cNvPr id="350" name="Shape 71">
                <a:extLst>
                  <a:ext uri="{FF2B5EF4-FFF2-40B4-BE49-F238E27FC236}">
                    <a16:creationId xmlns:a16="http://schemas.microsoft.com/office/drawing/2014/main" id="{91A084A2-E204-FC37-6772-136F34B250B4}"/>
                  </a:ext>
                </a:extLst>
              </p:cNvPr>
              <p:cNvSpPr/>
              <p:nvPr/>
            </p:nvSpPr>
            <p:spPr>
              <a:xfrm>
                <a:off x="7067843" y="717976"/>
                <a:ext cx="201168" cy="206147"/>
              </a:xfrm>
              <a:prstGeom prst="ellipse">
                <a:avLst/>
              </a:prstGeom>
              <a:solidFill>
                <a:srgbClr val="FBEAF0"/>
              </a:solidFill>
              <a:ln w="22225">
                <a:solidFill>
                  <a:srgbClr val="993556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351" name="Shape 72">
                <a:extLst>
                  <a:ext uri="{FF2B5EF4-FFF2-40B4-BE49-F238E27FC236}">
                    <a16:creationId xmlns:a16="http://schemas.microsoft.com/office/drawing/2014/main" id="{A9401A38-CA94-8CE0-2BEC-C4D85954A3B8}"/>
                  </a:ext>
                </a:extLst>
              </p:cNvPr>
              <p:cNvSpPr/>
              <p:nvPr/>
            </p:nvSpPr>
            <p:spPr>
              <a:xfrm>
                <a:off x="7128525" y="770321"/>
                <a:ext cx="80467" cy="82459"/>
              </a:xfrm>
              <a:prstGeom prst="ellipse">
                <a:avLst/>
              </a:prstGeom>
              <a:solidFill>
                <a:srgbClr val="993556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9BF024D1-EB6F-4A14-F029-B968FFA8B501}"/>
                </a:ext>
              </a:extLst>
            </p:cNvPr>
            <p:cNvGrpSpPr/>
            <p:nvPr/>
          </p:nvGrpSpPr>
          <p:grpSpPr>
            <a:xfrm>
              <a:off x="1639004" y="3683126"/>
              <a:ext cx="150129" cy="143298"/>
              <a:chOff x="7067843" y="717976"/>
              <a:chExt cx="201168" cy="206147"/>
            </a:xfrm>
          </p:grpSpPr>
          <p:sp>
            <p:nvSpPr>
              <p:cNvPr id="348" name="Shape 71">
                <a:extLst>
                  <a:ext uri="{FF2B5EF4-FFF2-40B4-BE49-F238E27FC236}">
                    <a16:creationId xmlns:a16="http://schemas.microsoft.com/office/drawing/2014/main" id="{0AF21DB3-7097-A290-4A9E-5895C8B81C31}"/>
                  </a:ext>
                </a:extLst>
              </p:cNvPr>
              <p:cNvSpPr/>
              <p:nvPr/>
            </p:nvSpPr>
            <p:spPr>
              <a:xfrm>
                <a:off x="7067843" y="717976"/>
                <a:ext cx="201168" cy="206147"/>
              </a:xfrm>
              <a:prstGeom prst="ellipse">
                <a:avLst/>
              </a:prstGeom>
              <a:solidFill>
                <a:srgbClr val="FBEAF0"/>
              </a:solidFill>
              <a:ln w="22225">
                <a:solidFill>
                  <a:srgbClr val="993556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349" name="Shape 72">
                <a:extLst>
                  <a:ext uri="{FF2B5EF4-FFF2-40B4-BE49-F238E27FC236}">
                    <a16:creationId xmlns:a16="http://schemas.microsoft.com/office/drawing/2014/main" id="{E948EA77-5230-E756-5829-34D3DE4834FC}"/>
                  </a:ext>
                </a:extLst>
              </p:cNvPr>
              <p:cNvSpPr/>
              <p:nvPr/>
            </p:nvSpPr>
            <p:spPr>
              <a:xfrm>
                <a:off x="7128525" y="770321"/>
                <a:ext cx="80467" cy="82459"/>
              </a:xfrm>
              <a:prstGeom prst="ellipse">
                <a:avLst/>
              </a:prstGeom>
              <a:solidFill>
                <a:srgbClr val="993556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3A49F0A8-602F-0D8B-23E9-A5755E26A8E1}"/>
                </a:ext>
              </a:extLst>
            </p:cNvPr>
            <p:cNvGrpSpPr/>
            <p:nvPr/>
          </p:nvGrpSpPr>
          <p:grpSpPr>
            <a:xfrm>
              <a:off x="1920301" y="3648457"/>
              <a:ext cx="150129" cy="143298"/>
              <a:chOff x="7067843" y="717976"/>
              <a:chExt cx="201168" cy="206147"/>
            </a:xfrm>
          </p:grpSpPr>
          <p:sp>
            <p:nvSpPr>
              <p:cNvPr id="346" name="Shape 71">
                <a:extLst>
                  <a:ext uri="{FF2B5EF4-FFF2-40B4-BE49-F238E27FC236}">
                    <a16:creationId xmlns:a16="http://schemas.microsoft.com/office/drawing/2014/main" id="{B06C90E0-46C5-9C06-8A47-D5CFC2D81172}"/>
                  </a:ext>
                </a:extLst>
              </p:cNvPr>
              <p:cNvSpPr/>
              <p:nvPr/>
            </p:nvSpPr>
            <p:spPr>
              <a:xfrm>
                <a:off x="7067843" y="717976"/>
                <a:ext cx="201168" cy="206147"/>
              </a:xfrm>
              <a:prstGeom prst="ellipse">
                <a:avLst/>
              </a:prstGeom>
              <a:solidFill>
                <a:srgbClr val="FBEAF0"/>
              </a:solidFill>
              <a:ln w="22225">
                <a:solidFill>
                  <a:srgbClr val="993556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347" name="Shape 72">
                <a:extLst>
                  <a:ext uri="{FF2B5EF4-FFF2-40B4-BE49-F238E27FC236}">
                    <a16:creationId xmlns:a16="http://schemas.microsoft.com/office/drawing/2014/main" id="{805F0604-3F71-850B-615F-F08162314615}"/>
                  </a:ext>
                </a:extLst>
              </p:cNvPr>
              <p:cNvSpPr/>
              <p:nvPr/>
            </p:nvSpPr>
            <p:spPr>
              <a:xfrm>
                <a:off x="7128525" y="770321"/>
                <a:ext cx="80467" cy="82459"/>
              </a:xfrm>
              <a:prstGeom prst="ellipse">
                <a:avLst/>
              </a:prstGeom>
              <a:solidFill>
                <a:srgbClr val="993556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2" name="Group 321">
              <a:extLst>
                <a:ext uri="{FF2B5EF4-FFF2-40B4-BE49-F238E27FC236}">
                  <a16:creationId xmlns:a16="http://schemas.microsoft.com/office/drawing/2014/main" id="{2574CE83-6FE3-1F94-6CD3-A5078917061D}"/>
                </a:ext>
              </a:extLst>
            </p:cNvPr>
            <p:cNvGrpSpPr/>
            <p:nvPr/>
          </p:nvGrpSpPr>
          <p:grpSpPr>
            <a:xfrm>
              <a:off x="1423499" y="3465034"/>
              <a:ext cx="150129" cy="143298"/>
              <a:chOff x="7067843" y="717976"/>
              <a:chExt cx="201168" cy="206147"/>
            </a:xfrm>
          </p:grpSpPr>
          <p:sp>
            <p:nvSpPr>
              <p:cNvPr id="344" name="Shape 71">
                <a:extLst>
                  <a:ext uri="{FF2B5EF4-FFF2-40B4-BE49-F238E27FC236}">
                    <a16:creationId xmlns:a16="http://schemas.microsoft.com/office/drawing/2014/main" id="{F001F007-27E8-00B3-57DA-0D519F7C2EAA}"/>
                  </a:ext>
                </a:extLst>
              </p:cNvPr>
              <p:cNvSpPr/>
              <p:nvPr/>
            </p:nvSpPr>
            <p:spPr>
              <a:xfrm>
                <a:off x="7067843" y="717976"/>
                <a:ext cx="201168" cy="206147"/>
              </a:xfrm>
              <a:prstGeom prst="ellipse">
                <a:avLst/>
              </a:prstGeom>
              <a:solidFill>
                <a:srgbClr val="FBEAF0"/>
              </a:solidFill>
              <a:ln w="22225">
                <a:solidFill>
                  <a:srgbClr val="993556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345" name="Shape 72">
                <a:extLst>
                  <a:ext uri="{FF2B5EF4-FFF2-40B4-BE49-F238E27FC236}">
                    <a16:creationId xmlns:a16="http://schemas.microsoft.com/office/drawing/2014/main" id="{2DC84032-4464-1B32-3E76-8B4A7682598C}"/>
                  </a:ext>
                </a:extLst>
              </p:cNvPr>
              <p:cNvSpPr/>
              <p:nvPr/>
            </p:nvSpPr>
            <p:spPr>
              <a:xfrm>
                <a:off x="7128525" y="770321"/>
                <a:ext cx="80467" cy="82459"/>
              </a:xfrm>
              <a:prstGeom prst="ellipse">
                <a:avLst/>
              </a:prstGeom>
              <a:solidFill>
                <a:srgbClr val="993556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E1D38702-F9C7-CD28-831E-4492A8353FB1}"/>
                </a:ext>
              </a:extLst>
            </p:cNvPr>
            <p:cNvGrpSpPr/>
            <p:nvPr/>
          </p:nvGrpSpPr>
          <p:grpSpPr>
            <a:xfrm>
              <a:off x="900954" y="3625500"/>
              <a:ext cx="136481" cy="127125"/>
              <a:chOff x="1874520" y="1444752"/>
              <a:chExt cx="182880" cy="182880"/>
            </a:xfrm>
          </p:grpSpPr>
          <p:sp>
            <p:nvSpPr>
              <p:cNvPr id="342" name="Shape 23">
                <a:extLst>
                  <a:ext uri="{FF2B5EF4-FFF2-40B4-BE49-F238E27FC236}">
                    <a16:creationId xmlns:a16="http://schemas.microsoft.com/office/drawing/2014/main" id="{FFCCABB5-954C-B1D0-CF03-C1B8A2FA0AEF}"/>
                  </a:ext>
                </a:extLst>
              </p:cNvPr>
              <p:cNvSpPr/>
              <p:nvPr/>
            </p:nvSpPr>
            <p:spPr>
              <a:xfrm>
                <a:off x="1874520" y="1444752"/>
                <a:ext cx="182880" cy="182880"/>
              </a:xfrm>
              <a:prstGeom prst="ellipse">
                <a:avLst/>
              </a:prstGeom>
              <a:solidFill>
                <a:srgbClr val="F0997B"/>
              </a:solidFill>
              <a:ln w="9525">
                <a:solidFill>
                  <a:srgbClr val="993C1D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3" name="Shape 24">
                <a:extLst>
                  <a:ext uri="{FF2B5EF4-FFF2-40B4-BE49-F238E27FC236}">
                    <a16:creationId xmlns:a16="http://schemas.microsoft.com/office/drawing/2014/main" id="{81E78B80-E8C1-B6EC-4D97-98BC9737C971}"/>
                  </a:ext>
                </a:extLst>
              </p:cNvPr>
              <p:cNvSpPr/>
              <p:nvPr/>
            </p:nvSpPr>
            <p:spPr>
              <a:xfrm>
                <a:off x="1929384" y="1499616"/>
                <a:ext cx="73152" cy="73152"/>
              </a:xfrm>
              <a:prstGeom prst="ellipse">
                <a:avLst/>
              </a:prstGeom>
              <a:solidFill>
                <a:srgbClr val="993C1D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4" name="Group 323">
              <a:extLst>
                <a:ext uri="{FF2B5EF4-FFF2-40B4-BE49-F238E27FC236}">
                  <a16:creationId xmlns:a16="http://schemas.microsoft.com/office/drawing/2014/main" id="{DDE7A4B2-31AC-5A48-FDD2-DAB9E69CF373}"/>
                </a:ext>
              </a:extLst>
            </p:cNvPr>
            <p:cNvGrpSpPr/>
            <p:nvPr/>
          </p:nvGrpSpPr>
          <p:grpSpPr>
            <a:xfrm>
              <a:off x="881333" y="3616184"/>
              <a:ext cx="162307" cy="148115"/>
              <a:chOff x="2752253" y="2670772"/>
              <a:chExt cx="218792" cy="256515"/>
            </a:xfrm>
          </p:grpSpPr>
          <p:cxnSp>
            <p:nvCxnSpPr>
              <p:cNvPr id="340" name="Straight Connector 339">
                <a:extLst>
                  <a:ext uri="{FF2B5EF4-FFF2-40B4-BE49-F238E27FC236}">
                    <a16:creationId xmlns:a16="http://schemas.microsoft.com/office/drawing/2014/main" id="{B93B0ED2-C341-DCBB-A5CE-4908B04544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2253" y="2670772"/>
                <a:ext cx="218792" cy="256515"/>
              </a:xfrm>
              <a:prstGeom prst="line">
                <a:avLst/>
              </a:prstGeom>
              <a:ln w="25400" cmpd="sng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1" name="Straight Connector 340">
                <a:extLst>
                  <a:ext uri="{FF2B5EF4-FFF2-40B4-BE49-F238E27FC236}">
                    <a16:creationId xmlns:a16="http://schemas.microsoft.com/office/drawing/2014/main" id="{0D0A6E8E-58CF-165C-7D66-2817EBBCEF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2253" y="2670772"/>
                <a:ext cx="218792" cy="256515"/>
              </a:xfrm>
              <a:prstGeom prst="line">
                <a:avLst/>
              </a:prstGeom>
              <a:ln w="25400" cmpd="sng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1D7ADA6-AE02-CA09-8AF4-0DF5D1434213}"/>
                </a:ext>
              </a:extLst>
            </p:cNvPr>
            <p:cNvGrpSpPr/>
            <p:nvPr/>
          </p:nvGrpSpPr>
          <p:grpSpPr>
            <a:xfrm>
              <a:off x="753529" y="4072404"/>
              <a:ext cx="162307" cy="148115"/>
              <a:chOff x="2752253" y="2670772"/>
              <a:chExt cx="218792" cy="256515"/>
            </a:xfrm>
          </p:grpSpPr>
          <p:cxnSp>
            <p:nvCxnSpPr>
              <p:cNvPr id="338" name="Straight Connector 337">
                <a:extLst>
                  <a:ext uri="{FF2B5EF4-FFF2-40B4-BE49-F238E27FC236}">
                    <a16:creationId xmlns:a16="http://schemas.microsoft.com/office/drawing/2014/main" id="{0F0C2AE6-495E-653D-CFE4-252E6AC647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2253" y="2670772"/>
                <a:ext cx="218792" cy="256515"/>
              </a:xfrm>
              <a:prstGeom prst="line">
                <a:avLst/>
              </a:prstGeom>
              <a:ln w="25400" cmpd="sng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9" name="Straight Connector 338">
                <a:extLst>
                  <a:ext uri="{FF2B5EF4-FFF2-40B4-BE49-F238E27FC236}">
                    <a16:creationId xmlns:a16="http://schemas.microsoft.com/office/drawing/2014/main" id="{D0FBEEC2-5225-4820-897D-6D4655490C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2253" y="2670772"/>
                <a:ext cx="218792" cy="256515"/>
              </a:xfrm>
              <a:prstGeom prst="line">
                <a:avLst/>
              </a:prstGeom>
              <a:ln w="25400" cmpd="sng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E9479445-29DA-4BE6-A4C8-8D89E136DBA2}"/>
                </a:ext>
              </a:extLst>
            </p:cNvPr>
            <p:cNvGrpSpPr/>
            <p:nvPr/>
          </p:nvGrpSpPr>
          <p:grpSpPr>
            <a:xfrm>
              <a:off x="1605503" y="3910956"/>
              <a:ext cx="162307" cy="148115"/>
              <a:chOff x="2752253" y="2670772"/>
              <a:chExt cx="218792" cy="256515"/>
            </a:xfrm>
          </p:grpSpPr>
          <p:cxnSp>
            <p:nvCxnSpPr>
              <p:cNvPr id="336" name="Straight Connector 335">
                <a:extLst>
                  <a:ext uri="{FF2B5EF4-FFF2-40B4-BE49-F238E27FC236}">
                    <a16:creationId xmlns:a16="http://schemas.microsoft.com/office/drawing/2014/main" id="{CEC04705-D002-2DCE-457E-FB92A6D793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2253" y="2670772"/>
                <a:ext cx="218792" cy="256515"/>
              </a:xfrm>
              <a:prstGeom prst="line">
                <a:avLst/>
              </a:prstGeom>
              <a:ln w="25400" cmpd="sng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7" name="Straight Connector 336">
                <a:extLst>
                  <a:ext uri="{FF2B5EF4-FFF2-40B4-BE49-F238E27FC236}">
                    <a16:creationId xmlns:a16="http://schemas.microsoft.com/office/drawing/2014/main" id="{76E74411-BE77-7A36-60B2-D5E617944E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52253" y="2670772"/>
                <a:ext cx="218792" cy="256515"/>
              </a:xfrm>
              <a:prstGeom prst="line">
                <a:avLst/>
              </a:prstGeom>
              <a:ln w="25400" cmpd="sng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7" name="Group 326">
              <a:extLst>
                <a:ext uri="{FF2B5EF4-FFF2-40B4-BE49-F238E27FC236}">
                  <a16:creationId xmlns:a16="http://schemas.microsoft.com/office/drawing/2014/main" id="{23F15DCD-DB93-27DA-A2C7-845CF94E683D}"/>
                </a:ext>
              </a:extLst>
            </p:cNvPr>
            <p:cNvGrpSpPr/>
            <p:nvPr/>
          </p:nvGrpSpPr>
          <p:grpSpPr>
            <a:xfrm>
              <a:off x="1308799" y="3708205"/>
              <a:ext cx="150129" cy="139837"/>
              <a:chOff x="1225296" y="1527048"/>
              <a:chExt cx="201168" cy="201168"/>
            </a:xfrm>
          </p:grpSpPr>
          <p:sp>
            <p:nvSpPr>
              <p:cNvPr id="334" name="Shape 15">
                <a:extLst>
                  <a:ext uri="{FF2B5EF4-FFF2-40B4-BE49-F238E27FC236}">
                    <a16:creationId xmlns:a16="http://schemas.microsoft.com/office/drawing/2014/main" id="{B1485218-7B9D-6330-29F8-4961FA08FEB4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5" name="Shape 16">
                <a:extLst>
                  <a:ext uri="{FF2B5EF4-FFF2-40B4-BE49-F238E27FC236}">
                    <a16:creationId xmlns:a16="http://schemas.microsoft.com/office/drawing/2014/main" id="{E9EC9B26-8389-2B7B-F55E-ED427007CF1D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8" name="Group 327">
              <a:extLst>
                <a:ext uri="{FF2B5EF4-FFF2-40B4-BE49-F238E27FC236}">
                  <a16:creationId xmlns:a16="http://schemas.microsoft.com/office/drawing/2014/main" id="{2B50F6E8-7306-82CA-5381-C4B70504F0CA}"/>
                </a:ext>
              </a:extLst>
            </p:cNvPr>
            <p:cNvGrpSpPr/>
            <p:nvPr/>
          </p:nvGrpSpPr>
          <p:grpSpPr>
            <a:xfrm>
              <a:off x="1476298" y="4131532"/>
              <a:ext cx="150129" cy="139837"/>
              <a:chOff x="1225296" y="1527048"/>
              <a:chExt cx="201168" cy="201168"/>
            </a:xfrm>
          </p:grpSpPr>
          <p:sp>
            <p:nvSpPr>
              <p:cNvPr id="332" name="Shape 15">
                <a:extLst>
                  <a:ext uri="{FF2B5EF4-FFF2-40B4-BE49-F238E27FC236}">
                    <a16:creationId xmlns:a16="http://schemas.microsoft.com/office/drawing/2014/main" id="{D57ED78D-4572-55AA-F518-EEA9809EFC1B}"/>
                  </a:ext>
                </a:extLst>
              </p:cNvPr>
              <p:cNvSpPr/>
              <p:nvPr/>
            </p:nvSpPr>
            <p:spPr>
              <a:xfrm>
                <a:off x="1225296" y="1527048"/>
                <a:ext cx="201168" cy="201168"/>
              </a:xfrm>
              <a:prstGeom prst="ellipse">
                <a:avLst/>
              </a:prstGeom>
              <a:solidFill>
                <a:srgbClr val="B5D4F4"/>
              </a:solidFill>
              <a:ln w="9525">
                <a:solidFill>
                  <a:srgbClr val="185FA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3" name="Shape 16">
                <a:extLst>
                  <a:ext uri="{FF2B5EF4-FFF2-40B4-BE49-F238E27FC236}">
                    <a16:creationId xmlns:a16="http://schemas.microsoft.com/office/drawing/2014/main" id="{A1A31B02-3E60-2A3F-6AFC-CE7FF120DCDE}"/>
                  </a:ext>
                </a:extLst>
              </p:cNvPr>
              <p:cNvSpPr/>
              <p:nvPr/>
            </p:nvSpPr>
            <p:spPr>
              <a:xfrm>
                <a:off x="1285646" y="1587398"/>
                <a:ext cx="80467" cy="80467"/>
              </a:xfrm>
              <a:prstGeom prst="ellipse">
                <a:avLst/>
              </a:prstGeom>
              <a:solidFill>
                <a:srgbClr val="185FA5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9" name="Group 328">
              <a:extLst>
                <a:ext uri="{FF2B5EF4-FFF2-40B4-BE49-F238E27FC236}">
                  <a16:creationId xmlns:a16="http://schemas.microsoft.com/office/drawing/2014/main" id="{DBE21087-F109-E4CC-4AD1-DDFD544C3DF9}"/>
                </a:ext>
              </a:extLst>
            </p:cNvPr>
            <p:cNvGrpSpPr/>
            <p:nvPr/>
          </p:nvGrpSpPr>
          <p:grpSpPr>
            <a:xfrm>
              <a:off x="2038425" y="4077221"/>
              <a:ext cx="150129" cy="143298"/>
              <a:chOff x="7067843" y="717976"/>
              <a:chExt cx="201168" cy="206147"/>
            </a:xfrm>
          </p:grpSpPr>
          <p:sp>
            <p:nvSpPr>
              <p:cNvPr id="330" name="Shape 71">
                <a:extLst>
                  <a:ext uri="{FF2B5EF4-FFF2-40B4-BE49-F238E27FC236}">
                    <a16:creationId xmlns:a16="http://schemas.microsoft.com/office/drawing/2014/main" id="{C9A50D87-803B-5213-92B3-906CAD9150F1}"/>
                  </a:ext>
                </a:extLst>
              </p:cNvPr>
              <p:cNvSpPr/>
              <p:nvPr/>
            </p:nvSpPr>
            <p:spPr>
              <a:xfrm>
                <a:off x="7067843" y="717976"/>
                <a:ext cx="201168" cy="206147"/>
              </a:xfrm>
              <a:prstGeom prst="ellipse">
                <a:avLst/>
              </a:prstGeom>
              <a:solidFill>
                <a:srgbClr val="FBEAF0"/>
              </a:solidFill>
              <a:ln w="22225">
                <a:solidFill>
                  <a:srgbClr val="993556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331" name="Shape 72">
                <a:extLst>
                  <a:ext uri="{FF2B5EF4-FFF2-40B4-BE49-F238E27FC236}">
                    <a16:creationId xmlns:a16="http://schemas.microsoft.com/office/drawing/2014/main" id="{1ABCB67B-F35E-6320-F9F9-2DF924F4BC64}"/>
                  </a:ext>
                </a:extLst>
              </p:cNvPr>
              <p:cNvSpPr/>
              <p:nvPr/>
            </p:nvSpPr>
            <p:spPr>
              <a:xfrm>
                <a:off x="7128525" y="770321"/>
                <a:ext cx="80467" cy="82459"/>
              </a:xfrm>
              <a:prstGeom prst="ellipse">
                <a:avLst/>
              </a:prstGeom>
              <a:solidFill>
                <a:srgbClr val="993556">
                  <a:alpha val="50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35937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52</Words>
  <Application>Microsoft Macintosh PowerPoint</Application>
  <PresentationFormat>On-screen Show (16:9)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EcoEvoSim simulation loop</dc:title>
  <dc:subject>PptxGenJS Presentation</dc:subject>
  <dc:creator>PptxGenJS</dc:creator>
  <cp:lastModifiedBy>Yi Dong</cp:lastModifiedBy>
  <cp:revision>157</cp:revision>
  <dcterms:created xsi:type="dcterms:W3CDTF">2026-06-16T00:22:31Z</dcterms:created>
  <dcterms:modified xsi:type="dcterms:W3CDTF">2026-06-25T17:33:43Z</dcterms:modified>
</cp:coreProperties>
</file>