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56" r:id="rId3"/>
    <p:sldId id="263" r:id="rId4"/>
    <p:sldId id="267" r:id="rId5"/>
    <p:sldId id="262" r:id="rId6"/>
    <p:sldId id="260" r:id="rId7"/>
    <p:sldId id="261" r:id="rId8"/>
    <p:sldId id="265" r:id="rId9"/>
    <p:sldId id="268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06"/>
    <p:restoredTop sz="94610"/>
  </p:normalViewPr>
  <p:slideViewPr>
    <p:cSldViewPr snapToGrid="0" snapToObjects="1">
      <p:cViewPr>
        <p:scale>
          <a:sx n="93" d="100"/>
          <a:sy n="93" d="100"/>
        </p:scale>
        <p:origin x="264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55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A2341-8260-C093-3415-30531D39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1D5E3-A487-681A-64AF-827C24BA5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C24D2-BF99-38BA-E152-9FA4B4E8C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3C7D2-B144-4F5B-E5AA-F575DEB79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31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 flipV="1">
            <a:off x="1509204" y="2645546"/>
            <a:ext cx="6090082" cy="8877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0" cy="329184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5343" y="2523744"/>
            <a:ext cx="1234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Individual-based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4796" y="2523744"/>
            <a:ext cx="13116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6080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Phenotypic</a:t>
            </a:r>
            <a:r>
              <a:rPr lang="zh-CN" alt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43388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Genetic details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94512" y="1796797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94512" y="1796797"/>
            <a:ext cx="12344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Gillespie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94512" y="287121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94512" y="2871216"/>
            <a:ext cx="12344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94512" y="337413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94512" y="3374136"/>
            <a:ext cx="12344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74672" y="314553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74672" y="3145536"/>
            <a:ext cx="12344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PhysiCell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39678" y="3081529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39678" y="3081529"/>
            <a:ext cx="12344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gen3sis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1803" y="1796797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1803" y="1796797"/>
            <a:ext cx="12344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Klausmeier EcoEvo</a:t>
            </a:r>
            <a:endParaRPr lang="en-US" sz="1100" dirty="0"/>
          </a:p>
          <a:p>
            <a:pPr marL="0" indent="0" algn="ctr">
              <a:buNone/>
            </a:pPr>
            <a:r>
              <a:rPr lang="en-US" altLang="zh-CN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ymbolic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24169" y="1796797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254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24169" y="1796797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EcoEvoSim</a:t>
            </a:r>
            <a:endParaRPr lang="en-US" sz="1100" dirty="0"/>
          </a:p>
          <a:p>
            <a:pPr marL="0" indent="0" algn="ctr">
              <a:buNone/>
            </a:pPr>
            <a:r>
              <a:rPr lang="en-US" altLang="zh-CN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umerical</a:t>
            </a:r>
            <a:r>
              <a:rPr lang="zh-CN" alt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GB" altLang="zh-CN" sz="1100" dirty="0">
              <a:solidFill>
                <a:srgbClr val="534A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zh-CN" alt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6214" y="302376"/>
            <a:ext cx="7053840" cy="4674869"/>
          </a:xfrm>
          <a:prstGeom prst="roundRect">
            <a:avLst>
              <a:gd name="adj" fmla="val 2609"/>
            </a:avLst>
          </a:prstGeom>
          <a:solidFill>
            <a:srgbClr val="F8F8F6"/>
          </a:solidFill>
          <a:ln w="12700">
            <a:solidFill>
              <a:srgbClr val="88878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9014" y="3023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85014" y="685800"/>
            <a:ext cx="3657600" cy="594360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85014" y="685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Popula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tionSize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(),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Phenotype()</a:t>
            </a:r>
            <a:r>
              <a:rPr lang="en-US" sz="1300" b="1" dirty="0"/>
              <a:t>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13814" y="1280160"/>
            <a:ext cx="0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27814" y="15544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27814" y="15544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1.</a:t>
            </a:r>
            <a:r>
              <a:rPr lang="zh-CN" altLang="en-US" sz="1300" b="1" dirty="0"/>
              <a:t> </a:t>
            </a:r>
            <a:r>
              <a:rPr lang="en-US" sz="1300" b="1" dirty="0"/>
              <a:t>Integrate ecological dynamics</a:t>
            </a:r>
          </a:p>
          <a:p>
            <a:pPr algn="ctr"/>
            <a:r>
              <a:rPr lang="en-US" sz="1200" u="sng" dirty="0"/>
              <a:t>*</a:t>
            </a:r>
            <a:r>
              <a:rPr lang="en-GB" altLang="zh-CN" sz="1200" u="sng" dirty="0"/>
              <a:t>any model class accepted</a:t>
            </a:r>
            <a:endParaRPr lang="en-US" sz="1200" u="sng" dirty="0"/>
          </a:p>
        </p:txBody>
      </p:sp>
      <p:sp>
        <p:nvSpPr>
          <p:cNvPr id="9" name="Shape 7"/>
          <p:cNvSpPr/>
          <p:nvPr/>
        </p:nvSpPr>
        <p:spPr>
          <a:xfrm>
            <a:off x="4313814" y="2148840"/>
            <a:ext cx="0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27814" y="242316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7814" y="2423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2. Introduce mutant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Trait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13814" y="3017520"/>
            <a:ext cx="0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27814" y="32918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27814" y="3291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Below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027814" y="3589020"/>
            <a:ext cx="0" cy="182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04854" y="3771900"/>
            <a:ext cx="8229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04854" y="1851660"/>
            <a:ext cx="0" cy="192024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04854" y="1851660"/>
            <a:ext cx="8229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6214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repeat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13814" y="3886200"/>
            <a:ext cx="0" cy="27432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67894" y="4160520"/>
            <a:ext cx="3291840" cy="566928"/>
          </a:xfrm>
          <a:prstGeom prst="roundRect">
            <a:avLst>
              <a:gd name="adj" fmla="val 12903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534AB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67894" y="4160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EvoHistory</a:t>
            </a:r>
            <a:endParaRPr lang="en-US" sz="13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2ACCB6C-0E99-2144-B6FD-2D1890C61F2E}"/>
              </a:ext>
            </a:extLst>
          </p:cNvPr>
          <p:cNvSpPr txBox="1"/>
          <p:nvPr/>
        </p:nvSpPr>
        <p:spPr>
          <a:xfrm>
            <a:off x="7608711" y="12756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82F05DAE-6DB8-0F10-8F3B-E356D3F909DB}"/>
              </a:ext>
            </a:extLst>
          </p:cNvPr>
          <p:cNvSpPr/>
          <p:nvPr/>
        </p:nvSpPr>
        <p:spPr>
          <a:xfrm>
            <a:off x="65901" y="586480"/>
            <a:ext cx="8994841" cy="37569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DA7258C1-5AA8-7B4A-4A8C-E4AD7DC12669}"/>
              </a:ext>
            </a:extLst>
          </p:cNvPr>
          <p:cNvSpPr/>
          <p:nvPr/>
        </p:nvSpPr>
        <p:spPr>
          <a:xfrm>
            <a:off x="7809598" y="1867228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C1504AC7-820B-BBD2-AD1A-B8FA2AD05492}"/>
              </a:ext>
            </a:extLst>
          </p:cNvPr>
          <p:cNvSpPr/>
          <p:nvPr/>
        </p:nvSpPr>
        <p:spPr>
          <a:xfrm>
            <a:off x="5574023" y="1281089"/>
            <a:ext cx="2050170" cy="2148733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E1B10C1C-A509-0813-15EC-52057B11256C}"/>
              </a:ext>
            </a:extLst>
          </p:cNvPr>
          <p:cNvSpPr/>
          <p:nvPr/>
        </p:nvSpPr>
        <p:spPr>
          <a:xfrm>
            <a:off x="3631665" y="1298904"/>
            <a:ext cx="1673169" cy="2148733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3AEDD04-5E0E-E587-6BDC-78CB5742F84D}"/>
              </a:ext>
            </a:extLst>
          </p:cNvPr>
          <p:cNvSpPr/>
          <p:nvPr/>
        </p:nvSpPr>
        <p:spPr>
          <a:xfrm>
            <a:off x="113467" y="1875450"/>
            <a:ext cx="1212069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E124C9C-74DC-7BE1-2B58-CF2F9D5CA322}"/>
              </a:ext>
            </a:extLst>
          </p:cNvPr>
          <p:cNvSpPr/>
          <p:nvPr/>
        </p:nvSpPr>
        <p:spPr>
          <a:xfrm>
            <a:off x="75329" y="2131482"/>
            <a:ext cx="1288343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algn="ctr"/>
            <a:r>
              <a:rPr kumimoji="0" lang="en-GB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Popula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tionSize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Phenotype()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4AFBE21-019A-0372-19E8-6DECECC04CD1}"/>
              </a:ext>
            </a:extLst>
          </p:cNvPr>
          <p:cNvSpPr/>
          <p:nvPr/>
        </p:nvSpPr>
        <p:spPr>
          <a:xfrm>
            <a:off x="1555258" y="1281091"/>
            <a:ext cx="1807218" cy="2148733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5174B45-C7F0-933A-D83F-190DA37B403C}"/>
              </a:ext>
            </a:extLst>
          </p:cNvPr>
          <p:cNvSpPr/>
          <p:nvPr/>
        </p:nvSpPr>
        <p:spPr>
          <a:xfrm>
            <a:off x="1519517" y="1190927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1.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algn="ctr"/>
            <a:r>
              <a:rPr lang="en-US" sz="1100" u="sng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GB" altLang="zh-CN" sz="1100" u="sng" dirty="0">
                <a:solidFill>
                  <a:schemeClr val="bg1">
                    <a:lumMod val="50000"/>
                  </a:schemeClr>
                </a:solidFill>
              </a:rPr>
              <a:t>any model class accepted</a:t>
            </a:r>
            <a:endParaRPr lang="en-US" sz="11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8899EC2F-4758-2D94-40F9-31E1FE41DC52}"/>
              </a:ext>
            </a:extLst>
          </p:cNvPr>
          <p:cNvSpPr/>
          <p:nvPr/>
        </p:nvSpPr>
        <p:spPr>
          <a:xfrm>
            <a:off x="3603985" y="1281090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2. Introduce mutant</a:t>
            </a:r>
          </a:p>
          <a:p>
            <a:pPr algn="ctr"/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traits()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D0575082-44CB-00BD-5C16-F14E87C7C4B9}"/>
              </a:ext>
            </a:extLst>
          </p:cNvPr>
          <p:cNvSpPr/>
          <p:nvPr/>
        </p:nvSpPr>
        <p:spPr>
          <a:xfrm>
            <a:off x="5576834" y="1281090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C120983-DCEA-188D-200D-745C3DE78649}"/>
              </a:ext>
            </a:extLst>
          </p:cNvPr>
          <p:cNvGrpSpPr/>
          <p:nvPr/>
        </p:nvGrpSpPr>
        <p:grpSpPr>
          <a:xfrm>
            <a:off x="1693333" y="2132361"/>
            <a:ext cx="1479810" cy="844558"/>
            <a:chOff x="512064" y="1316736"/>
            <a:chExt cx="1920240" cy="1088136"/>
          </a:xfrm>
        </p:grpSpPr>
        <p:sp>
          <p:nvSpPr>
            <p:cNvPr id="104" name="Shape 13">
              <a:extLst>
                <a:ext uri="{FF2B5EF4-FFF2-40B4-BE49-F238E27FC236}">
                  <a16:creationId xmlns:a16="http://schemas.microsoft.com/office/drawing/2014/main" id="{C93405C4-6758-CDA3-8B9A-7EFD716217C0}"/>
                </a:ext>
              </a:extLst>
            </p:cNvPr>
            <p:cNvSpPr/>
            <p:nvPr/>
          </p:nvSpPr>
          <p:spPr>
            <a:xfrm>
              <a:off x="749808" y="1783080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Shape 14">
              <a:extLst>
                <a:ext uri="{FF2B5EF4-FFF2-40B4-BE49-F238E27FC236}">
                  <a16:creationId xmlns:a16="http://schemas.microsoft.com/office/drawing/2014/main" id="{10B09B90-9631-F218-D0B8-2DE9D5F0635D}"/>
                </a:ext>
              </a:extLst>
            </p:cNvPr>
            <p:cNvSpPr/>
            <p:nvPr/>
          </p:nvSpPr>
          <p:spPr>
            <a:xfrm>
              <a:off x="821131" y="1854403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Shape 15">
              <a:extLst>
                <a:ext uri="{FF2B5EF4-FFF2-40B4-BE49-F238E27FC236}">
                  <a16:creationId xmlns:a16="http://schemas.microsoft.com/office/drawing/2014/main" id="{4704806E-B26A-E2D3-21E4-56275A9940B8}"/>
                </a:ext>
              </a:extLst>
            </p:cNvPr>
            <p:cNvSpPr/>
            <p:nvPr/>
          </p:nvSpPr>
          <p:spPr>
            <a:xfrm>
              <a:off x="1225296" y="1527048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16">
              <a:extLst>
                <a:ext uri="{FF2B5EF4-FFF2-40B4-BE49-F238E27FC236}">
                  <a16:creationId xmlns:a16="http://schemas.microsoft.com/office/drawing/2014/main" id="{94C941A9-C48D-2C78-ADA1-3918FD29AA41}"/>
                </a:ext>
              </a:extLst>
            </p:cNvPr>
            <p:cNvSpPr/>
            <p:nvPr/>
          </p:nvSpPr>
          <p:spPr>
            <a:xfrm>
              <a:off x="1285646" y="158739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Shape 17">
              <a:extLst>
                <a:ext uri="{FF2B5EF4-FFF2-40B4-BE49-F238E27FC236}">
                  <a16:creationId xmlns:a16="http://schemas.microsoft.com/office/drawing/2014/main" id="{262E3423-6B13-DDA0-623D-E893A63ABAEE}"/>
                </a:ext>
              </a:extLst>
            </p:cNvPr>
            <p:cNvSpPr/>
            <p:nvPr/>
          </p:nvSpPr>
          <p:spPr>
            <a:xfrm>
              <a:off x="1060704" y="213969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18">
              <a:extLst>
                <a:ext uri="{FF2B5EF4-FFF2-40B4-BE49-F238E27FC236}">
                  <a16:creationId xmlns:a16="http://schemas.microsoft.com/office/drawing/2014/main" id="{6F0B3433-DDE6-5A1A-1767-06168DD346F5}"/>
                </a:ext>
              </a:extLst>
            </p:cNvPr>
            <p:cNvSpPr/>
            <p:nvPr/>
          </p:nvSpPr>
          <p:spPr>
            <a:xfrm>
              <a:off x="1110082" y="218907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19">
              <a:extLst>
                <a:ext uri="{FF2B5EF4-FFF2-40B4-BE49-F238E27FC236}">
                  <a16:creationId xmlns:a16="http://schemas.microsoft.com/office/drawing/2014/main" id="{A043B2C3-91B9-5DA3-31F7-36F3DF0E1152}"/>
                </a:ext>
              </a:extLst>
            </p:cNvPr>
            <p:cNvSpPr/>
            <p:nvPr/>
          </p:nvSpPr>
          <p:spPr>
            <a:xfrm>
              <a:off x="1581912" y="1655064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20">
              <a:extLst>
                <a:ext uri="{FF2B5EF4-FFF2-40B4-BE49-F238E27FC236}">
                  <a16:creationId xmlns:a16="http://schemas.microsoft.com/office/drawing/2014/main" id="{B6D4EB1F-6128-FB70-907C-DF4F82B26C1A}"/>
                </a:ext>
              </a:extLst>
            </p:cNvPr>
            <p:cNvSpPr/>
            <p:nvPr/>
          </p:nvSpPr>
          <p:spPr>
            <a:xfrm>
              <a:off x="1647749" y="172090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21">
              <a:extLst>
                <a:ext uri="{FF2B5EF4-FFF2-40B4-BE49-F238E27FC236}">
                  <a16:creationId xmlns:a16="http://schemas.microsoft.com/office/drawing/2014/main" id="{085345EB-7ECE-27F2-CB07-273AA4CF53FE}"/>
                </a:ext>
              </a:extLst>
            </p:cNvPr>
            <p:cNvSpPr/>
            <p:nvPr/>
          </p:nvSpPr>
          <p:spPr>
            <a:xfrm>
              <a:off x="640080" y="2221992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22">
              <a:extLst>
                <a:ext uri="{FF2B5EF4-FFF2-40B4-BE49-F238E27FC236}">
                  <a16:creationId xmlns:a16="http://schemas.microsoft.com/office/drawing/2014/main" id="{614F7E3B-BD2C-C139-FC23-7E8EB236C981}"/>
                </a:ext>
              </a:extLst>
            </p:cNvPr>
            <p:cNvSpPr/>
            <p:nvPr/>
          </p:nvSpPr>
          <p:spPr>
            <a:xfrm>
              <a:off x="694944" y="2276856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Shape 23">
              <a:extLst>
                <a:ext uri="{FF2B5EF4-FFF2-40B4-BE49-F238E27FC236}">
                  <a16:creationId xmlns:a16="http://schemas.microsoft.com/office/drawing/2014/main" id="{B5EC98E3-289C-B4CF-B892-A509AC7D4718}"/>
                </a:ext>
              </a:extLst>
            </p:cNvPr>
            <p:cNvSpPr/>
            <p:nvPr/>
          </p:nvSpPr>
          <p:spPr>
            <a:xfrm>
              <a:off x="1874520" y="1444752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24">
              <a:extLst>
                <a:ext uri="{FF2B5EF4-FFF2-40B4-BE49-F238E27FC236}">
                  <a16:creationId xmlns:a16="http://schemas.microsoft.com/office/drawing/2014/main" id="{7E2773B5-088F-B6F4-73B6-2F7BF4EA5A7A}"/>
                </a:ext>
              </a:extLst>
            </p:cNvPr>
            <p:cNvSpPr/>
            <p:nvPr/>
          </p:nvSpPr>
          <p:spPr>
            <a:xfrm>
              <a:off x="1929384" y="1499616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Shape 25">
              <a:extLst>
                <a:ext uri="{FF2B5EF4-FFF2-40B4-BE49-F238E27FC236}">
                  <a16:creationId xmlns:a16="http://schemas.microsoft.com/office/drawing/2014/main" id="{C8D1BAAE-E09D-3154-8D31-14A00BC0EDF9}"/>
                </a:ext>
              </a:extLst>
            </p:cNvPr>
            <p:cNvSpPr/>
            <p:nvPr/>
          </p:nvSpPr>
          <p:spPr>
            <a:xfrm>
              <a:off x="1435608" y="2240280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Shape 26">
              <a:extLst>
                <a:ext uri="{FF2B5EF4-FFF2-40B4-BE49-F238E27FC236}">
                  <a16:creationId xmlns:a16="http://schemas.microsoft.com/office/drawing/2014/main" id="{CDA3AF1C-1081-73B5-7ED5-B47CCC081541}"/>
                </a:ext>
              </a:extLst>
            </p:cNvPr>
            <p:cNvSpPr/>
            <p:nvPr/>
          </p:nvSpPr>
          <p:spPr>
            <a:xfrm>
              <a:off x="1479499" y="2284171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Shape 27">
              <a:extLst>
                <a:ext uri="{FF2B5EF4-FFF2-40B4-BE49-F238E27FC236}">
                  <a16:creationId xmlns:a16="http://schemas.microsoft.com/office/drawing/2014/main" id="{8BE5573F-2C91-BB47-B45A-23B884BDC26F}"/>
                </a:ext>
              </a:extLst>
            </p:cNvPr>
            <p:cNvSpPr/>
            <p:nvPr/>
          </p:nvSpPr>
          <p:spPr>
            <a:xfrm>
              <a:off x="2066544" y="1956816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Shape 28">
              <a:extLst>
                <a:ext uri="{FF2B5EF4-FFF2-40B4-BE49-F238E27FC236}">
                  <a16:creationId xmlns:a16="http://schemas.microsoft.com/office/drawing/2014/main" id="{924755CC-AB40-7FD8-B485-441ECBC0A1BC}"/>
                </a:ext>
              </a:extLst>
            </p:cNvPr>
            <p:cNvSpPr/>
            <p:nvPr/>
          </p:nvSpPr>
          <p:spPr>
            <a:xfrm>
              <a:off x="2115922" y="2006194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29">
              <a:extLst>
                <a:ext uri="{FF2B5EF4-FFF2-40B4-BE49-F238E27FC236}">
                  <a16:creationId xmlns:a16="http://schemas.microsoft.com/office/drawing/2014/main" id="{FA011D17-EC2F-B165-2F8A-966669D43114}"/>
                </a:ext>
              </a:extLst>
            </p:cNvPr>
            <p:cNvSpPr/>
            <p:nvPr/>
          </p:nvSpPr>
          <p:spPr>
            <a:xfrm>
              <a:off x="969264" y="131673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30">
              <a:extLst>
                <a:ext uri="{FF2B5EF4-FFF2-40B4-BE49-F238E27FC236}">
                  <a16:creationId xmlns:a16="http://schemas.microsoft.com/office/drawing/2014/main" id="{528C24D5-B5A2-EC8B-4C3B-10A3CEAF7D00}"/>
                </a:ext>
              </a:extLst>
            </p:cNvPr>
            <p:cNvSpPr/>
            <p:nvPr/>
          </p:nvSpPr>
          <p:spPr>
            <a:xfrm>
              <a:off x="1018642" y="136611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Shape 31">
              <a:extLst>
                <a:ext uri="{FF2B5EF4-FFF2-40B4-BE49-F238E27FC236}">
                  <a16:creationId xmlns:a16="http://schemas.microsoft.com/office/drawing/2014/main" id="{07AF858F-74EF-00A9-4899-6F2977886956}"/>
                </a:ext>
              </a:extLst>
            </p:cNvPr>
            <p:cNvSpPr/>
            <p:nvPr/>
          </p:nvSpPr>
          <p:spPr>
            <a:xfrm>
              <a:off x="512064" y="1773936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Shape 32">
              <a:extLst>
                <a:ext uri="{FF2B5EF4-FFF2-40B4-BE49-F238E27FC236}">
                  <a16:creationId xmlns:a16="http://schemas.microsoft.com/office/drawing/2014/main" id="{16E84296-8754-1804-2544-78E7CF1962A0}"/>
                </a:ext>
              </a:extLst>
            </p:cNvPr>
            <p:cNvSpPr/>
            <p:nvPr/>
          </p:nvSpPr>
          <p:spPr>
            <a:xfrm>
              <a:off x="561442" y="1823314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Shape 33">
              <a:extLst>
                <a:ext uri="{FF2B5EF4-FFF2-40B4-BE49-F238E27FC236}">
                  <a16:creationId xmlns:a16="http://schemas.microsoft.com/office/drawing/2014/main" id="{65059668-3865-328F-D654-ECD8BE4782EC}"/>
                </a:ext>
              </a:extLst>
            </p:cNvPr>
            <p:cNvSpPr/>
            <p:nvPr/>
          </p:nvSpPr>
          <p:spPr>
            <a:xfrm>
              <a:off x="2231136" y="1709928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Shape 34">
              <a:extLst>
                <a:ext uri="{FF2B5EF4-FFF2-40B4-BE49-F238E27FC236}">
                  <a16:creationId xmlns:a16="http://schemas.microsoft.com/office/drawing/2014/main" id="{DA453DA3-1466-4D68-696A-B498358F0464}"/>
                </a:ext>
              </a:extLst>
            </p:cNvPr>
            <p:cNvSpPr/>
            <p:nvPr/>
          </p:nvSpPr>
          <p:spPr>
            <a:xfrm>
              <a:off x="2291486" y="1770278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35">
              <a:extLst>
                <a:ext uri="{FF2B5EF4-FFF2-40B4-BE49-F238E27FC236}">
                  <a16:creationId xmlns:a16="http://schemas.microsoft.com/office/drawing/2014/main" id="{880C512A-D6BD-58CB-25D8-904EF802725B}"/>
                </a:ext>
              </a:extLst>
            </p:cNvPr>
            <p:cNvSpPr/>
            <p:nvPr/>
          </p:nvSpPr>
          <p:spPr>
            <a:xfrm>
              <a:off x="1755648" y="2240280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Shape 36">
              <a:extLst>
                <a:ext uri="{FF2B5EF4-FFF2-40B4-BE49-F238E27FC236}">
                  <a16:creationId xmlns:a16="http://schemas.microsoft.com/office/drawing/2014/main" id="{60C7A4BB-C0F2-D850-10BC-2BECBD7060D3}"/>
                </a:ext>
              </a:extLst>
            </p:cNvPr>
            <p:cNvSpPr/>
            <p:nvPr/>
          </p:nvSpPr>
          <p:spPr>
            <a:xfrm>
              <a:off x="1799539" y="2284171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9" name="Text 20">
            <a:extLst>
              <a:ext uri="{FF2B5EF4-FFF2-40B4-BE49-F238E27FC236}">
                <a16:creationId xmlns:a16="http://schemas.microsoft.com/office/drawing/2014/main" id="{77C9013E-5CF7-9A4B-22B6-4AF3AFABCC2E}"/>
              </a:ext>
            </a:extLst>
          </p:cNvPr>
          <p:cNvSpPr/>
          <p:nvPr/>
        </p:nvSpPr>
        <p:spPr>
          <a:xfrm>
            <a:off x="7839831" y="1878310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/>
              <a:t>EvoHistory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h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ory:[]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D500C7E7-F29A-7BB3-59A5-A6542322A60D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5400000" flipH="1" flipV="1">
            <a:off x="4528986" y="1359702"/>
            <a:ext cx="2" cy="4140241"/>
          </a:xfrm>
          <a:prstGeom prst="bentConnector3">
            <a:avLst>
              <a:gd name="adj1" fmla="val -114300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FCA978DD-5429-45A5-DC52-E54591422E68}"/>
              </a:ext>
            </a:extLst>
          </p:cNvPr>
          <p:cNvSpPr/>
          <p:nvPr/>
        </p:nvSpPr>
        <p:spPr>
          <a:xfrm>
            <a:off x="4000517" y="36424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repeat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2092A93-1B8A-7395-A41D-6149A5DD10B2}"/>
              </a:ext>
            </a:extLst>
          </p:cNvPr>
          <p:cNvSpPr txBox="1"/>
          <p:nvPr/>
        </p:nvSpPr>
        <p:spPr>
          <a:xfrm>
            <a:off x="5852319" y="930995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18FB7478-ADE1-2647-5D2D-5C385D157162}"/>
              </a:ext>
            </a:extLst>
          </p:cNvPr>
          <p:cNvSpPr/>
          <p:nvPr/>
        </p:nvSpPr>
        <p:spPr>
          <a:xfrm>
            <a:off x="312867" y="586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7FDFB684-1ABC-9993-280A-BC2584F14A3D}"/>
              </a:ext>
            </a:extLst>
          </p:cNvPr>
          <p:cNvCxnSpPr>
            <a:cxnSpLocks/>
          </p:cNvCxnSpPr>
          <p:nvPr/>
        </p:nvCxnSpPr>
        <p:spPr>
          <a:xfrm>
            <a:off x="1345711" y="2422498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4D2C7AF-C0F4-6018-1C39-2DCAD9198199}"/>
              </a:ext>
            </a:extLst>
          </p:cNvPr>
          <p:cNvCxnSpPr>
            <a:cxnSpLocks/>
          </p:cNvCxnSpPr>
          <p:nvPr/>
        </p:nvCxnSpPr>
        <p:spPr>
          <a:xfrm>
            <a:off x="3392223" y="2418517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71D34DBE-D1FC-6929-9E3C-3B2B5A94A8FA}"/>
              </a:ext>
            </a:extLst>
          </p:cNvPr>
          <p:cNvCxnSpPr>
            <a:cxnSpLocks/>
          </p:cNvCxnSpPr>
          <p:nvPr/>
        </p:nvCxnSpPr>
        <p:spPr>
          <a:xfrm>
            <a:off x="5339769" y="241427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2E95748E-234B-C93C-C182-8DBCA5631EBC}"/>
              </a:ext>
            </a:extLst>
          </p:cNvPr>
          <p:cNvCxnSpPr>
            <a:cxnSpLocks/>
          </p:cNvCxnSpPr>
          <p:nvPr/>
        </p:nvCxnSpPr>
        <p:spPr>
          <a:xfrm>
            <a:off x="7616812" y="241427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1658B4D-F243-813D-B153-FC3F77780D54}"/>
              </a:ext>
            </a:extLst>
          </p:cNvPr>
          <p:cNvGrpSpPr/>
          <p:nvPr/>
        </p:nvGrpSpPr>
        <p:grpSpPr>
          <a:xfrm>
            <a:off x="5761970" y="1961378"/>
            <a:ext cx="1625481" cy="1036320"/>
            <a:chOff x="680905" y="3205425"/>
            <a:chExt cx="2023974" cy="1297877"/>
          </a:xfrm>
        </p:grpSpPr>
        <p:sp>
          <p:nvSpPr>
            <p:cNvPr id="212" name="Shape 37">
              <a:extLst>
                <a:ext uri="{FF2B5EF4-FFF2-40B4-BE49-F238E27FC236}">
                  <a16:creationId xmlns:a16="http://schemas.microsoft.com/office/drawing/2014/main" id="{7C8BBF69-10B5-E224-57C5-CC9E83CD922E}"/>
                </a:ext>
              </a:extLst>
            </p:cNvPr>
            <p:cNvSpPr/>
            <p:nvPr/>
          </p:nvSpPr>
          <p:spPr>
            <a:xfrm>
              <a:off x="931750" y="3881510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Shape 38">
              <a:extLst>
                <a:ext uri="{FF2B5EF4-FFF2-40B4-BE49-F238E27FC236}">
                  <a16:creationId xmlns:a16="http://schemas.microsoft.com/office/drawing/2014/main" id="{ACBFEC03-876C-39B5-9342-D1BE11A09115}"/>
                </a:ext>
              </a:extLst>
            </p:cNvPr>
            <p:cNvSpPr/>
            <p:nvPr/>
          </p:nvSpPr>
          <p:spPr>
            <a:xfrm>
              <a:off x="1003073" y="3952833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Shape 39">
              <a:extLst>
                <a:ext uri="{FF2B5EF4-FFF2-40B4-BE49-F238E27FC236}">
                  <a16:creationId xmlns:a16="http://schemas.microsoft.com/office/drawing/2014/main" id="{D19C9719-AA22-104F-6FD2-88F92A1ECECB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Shape 40">
              <a:extLst>
                <a:ext uri="{FF2B5EF4-FFF2-40B4-BE49-F238E27FC236}">
                  <a16:creationId xmlns:a16="http://schemas.microsoft.com/office/drawing/2014/main" id="{1B103D9D-FC3A-1523-C7C2-E3B748B8B2B4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Shape 41">
              <a:extLst>
                <a:ext uri="{FF2B5EF4-FFF2-40B4-BE49-F238E27FC236}">
                  <a16:creationId xmlns:a16="http://schemas.microsoft.com/office/drawing/2014/main" id="{0F57418E-44B6-757E-D78C-0CABE6B80F3D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Shape 42">
              <a:extLst>
                <a:ext uri="{FF2B5EF4-FFF2-40B4-BE49-F238E27FC236}">
                  <a16:creationId xmlns:a16="http://schemas.microsoft.com/office/drawing/2014/main" id="{3A0704E7-F77D-DF33-5DF2-B754AE5962F4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Shape 43">
              <a:extLst>
                <a:ext uri="{FF2B5EF4-FFF2-40B4-BE49-F238E27FC236}">
                  <a16:creationId xmlns:a16="http://schemas.microsoft.com/office/drawing/2014/main" id="{878E08BA-69A5-BB39-BF57-5B9032F9AAE4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Shape 44">
              <a:extLst>
                <a:ext uri="{FF2B5EF4-FFF2-40B4-BE49-F238E27FC236}">
                  <a16:creationId xmlns:a16="http://schemas.microsoft.com/office/drawing/2014/main" id="{892BC204-AFA5-EE50-3F79-D47F292FD9DD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Shape 45">
              <a:extLst>
                <a:ext uri="{FF2B5EF4-FFF2-40B4-BE49-F238E27FC236}">
                  <a16:creationId xmlns:a16="http://schemas.microsoft.com/office/drawing/2014/main" id="{59CA7DF9-D24E-4DA5-9C1D-D2197A766584}"/>
                </a:ext>
              </a:extLst>
            </p:cNvPr>
            <p:cNvSpPr/>
            <p:nvPr/>
          </p:nvSpPr>
          <p:spPr>
            <a:xfrm>
              <a:off x="822022" y="4320422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Shape 46">
              <a:extLst>
                <a:ext uri="{FF2B5EF4-FFF2-40B4-BE49-F238E27FC236}">
                  <a16:creationId xmlns:a16="http://schemas.microsoft.com/office/drawing/2014/main" id="{2433DF77-5849-0749-E344-4AAFF6931385}"/>
                </a:ext>
              </a:extLst>
            </p:cNvPr>
            <p:cNvSpPr/>
            <p:nvPr/>
          </p:nvSpPr>
          <p:spPr>
            <a:xfrm>
              <a:off x="876886" y="4375286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Shape 47">
              <a:extLst>
                <a:ext uri="{FF2B5EF4-FFF2-40B4-BE49-F238E27FC236}">
                  <a16:creationId xmlns:a16="http://schemas.microsoft.com/office/drawing/2014/main" id="{4EE58F11-11F0-8A10-3F9C-842925C53873}"/>
                </a:ext>
              </a:extLst>
            </p:cNvPr>
            <p:cNvSpPr/>
            <p:nvPr/>
          </p:nvSpPr>
          <p:spPr>
            <a:xfrm>
              <a:off x="2056462" y="3543182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Shape 48">
              <a:extLst>
                <a:ext uri="{FF2B5EF4-FFF2-40B4-BE49-F238E27FC236}">
                  <a16:creationId xmlns:a16="http://schemas.microsoft.com/office/drawing/2014/main" id="{EDAE4E9B-E442-F393-F860-F27E49BDF3C9}"/>
                </a:ext>
              </a:extLst>
            </p:cNvPr>
            <p:cNvSpPr/>
            <p:nvPr/>
          </p:nvSpPr>
          <p:spPr>
            <a:xfrm>
              <a:off x="2111326" y="3598046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Shape 49">
              <a:extLst>
                <a:ext uri="{FF2B5EF4-FFF2-40B4-BE49-F238E27FC236}">
                  <a16:creationId xmlns:a16="http://schemas.microsoft.com/office/drawing/2014/main" id="{4CE06C9A-2AEF-4008-EABC-A4A741CFD4C0}"/>
                </a:ext>
              </a:extLst>
            </p:cNvPr>
            <p:cNvSpPr/>
            <p:nvPr/>
          </p:nvSpPr>
          <p:spPr>
            <a:xfrm>
              <a:off x="1617550" y="4338710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Shape 50">
              <a:extLst>
                <a:ext uri="{FF2B5EF4-FFF2-40B4-BE49-F238E27FC236}">
                  <a16:creationId xmlns:a16="http://schemas.microsoft.com/office/drawing/2014/main" id="{3E7BD657-C986-36C5-1DD7-7B180A99F61D}"/>
                </a:ext>
              </a:extLst>
            </p:cNvPr>
            <p:cNvSpPr/>
            <p:nvPr/>
          </p:nvSpPr>
          <p:spPr>
            <a:xfrm>
              <a:off x="1661441" y="4382601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Shape 51">
              <a:extLst>
                <a:ext uri="{FF2B5EF4-FFF2-40B4-BE49-F238E27FC236}">
                  <a16:creationId xmlns:a16="http://schemas.microsoft.com/office/drawing/2014/main" id="{63C05BB7-5067-CEC1-BCDF-590F796A8593}"/>
                </a:ext>
              </a:extLst>
            </p:cNvPr>
            <p:cNvSpPr/>
            <p:nvPr/>
          </p:nvSpPr>
          <p:spPr>
            <a:xfrm>
              <a:off x="2248486" y="4055246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Shape 52">
              <a:extLst>
                <a:ext uri="{FF2B5EF4-FFF2-40B4-BE49-F238E27FC236}">
                  <a16:creationId xmlns:a16="http://schemas.microsoft.com/office/drawing/2014/main" id="{120D2B26-A6A7-7AE8-7A97-EF306B4DA65F}"/>
                </a:ext>
              </a:extLst>
            </p:cNvPr>
            <p:cNvSpPr/>
            <p:nvPr/>
          </p:nvSpPr>
          <p:spPr>
            <a:xfrm>
              <a:off x="2297864" y="4104624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Shape 53">
              <a:extLst>
                <a:ext uri="{FF2B5EF4-FFF2-40B4-BE49-F238E27FC236}">
                  <a16:creationId xmlns:a16="http://schemas.microsoft.com/office/drawing/2014/main" id="{DB0BD4AB-944D-31B4-D816-1869F034ECA1}"/>
                </a:ext>
              </a:extLst>
            </p:cNvPr>
            <p:cNvSpPr/>
            <p:nvPr/>
          </p:nvSpPr>
          <p:spPr>
            <a:xfrm>
              <a:off x="1151206" y="341516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Shape 54">
              <a:extLst>
                <a:ext uri="{FF2B5EF4-FFF2-40B4-BE49-F238E27FC236}">
                  <a16:creationId xmlns:a16="http://schemas.microsoft.com/office/drawing/2014/main" id="{BB07E657-0335-6036-986E-266B0039F65F}"/>
                </a:ext>
              </a:extLst>
            </p:cNvPr>
            <p:cNvSpPr/>
            <p:nvPr/>
          </p:nvSpPr>
          <p:spPr>
            <a:xfrm>
              <a:off x="1200584" y="346454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Shape 55">
              <a:extLst>
                <a:ext uri="{FF2B5EF4-FFF2-40B4-BE49-F238E27FC236}">
                  <a16:creationId xmlns:a16="http://schemas.microsoft.com/office/drawing/2014/main" id="{9385C573-76B4-6079-B3CA-3C5139E23D54}"/>
                </a:ext>
              </a:extLst>
            </p:cNvPr>
            <p:cNvSpPr/>
            <p:nvPr/>
          </p:nvSpPr>
          <p:spPr>
            <a:xfrm>
              <a:off x="694006" y="3872366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Shape 56">
              <a:extLst>
                <a:ext uri="{FF2B5EF4-FFF2-40B4-BE49-F238E27FC236}">
                  <a16:creationId xmlns:a16="http://schemas.microsoft.com/office/drawing/2014/main" id="{E194D32F-6714-F317-A01A-CD8B334679C2}"/>
                </a:ext>
              </a:extLst>
            </p:cNvPr>
            <p:cNvSpPr/>
            <p:nvPr/>
          </p:nvSpPr>
          <p:spPr>
            <a:xfrm>
              <a:off x="743384" y="3921744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Shape 57">
              <a:extLst>
                <a:ext uri="{FF2B5EF4-FFF2-40B4-BE49-F238E27FC236}">
                  <a16:creationId xmlns:a16="http://schemas.microsoft.com/office/drawing/2014/main" id="{73FFF7E5-78F9-B08B-EC1B-B0A8E3F8EFEA}"/>
                </a:ext>
              </a:extLst>
            </p:cNvPr>
            <p:cNvSpPr/>
            <p:nvPr/>
          </p:nvSpPr>
          <p:spPr>
            <a:xfrm>
              <a:off x="2413078" y="3808358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Shape 58">
              <a:extLst>
                <a:ext uri="{FF2B5EF4-FFF2-40B4-BE49-F238E27FC236}">
                  <a16:creationId xmlns:a16="http://schemas.microsoft.com/office/drawing/2014/main" id="{0918B3C2-46CC-C26D-5A5D-A2B3FCA46658}"/>
                </a:ext>
              </a:extLst>
            </p:cNvPr>
            <p:cNvSpPr/>
            <p:nvPr/>
          </p:nvSpPr>
          <p:spPr>
            <a:xfrm>
              <a:off x="2473428" y="3868708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Shape 59">
              <a:extLst>
                <a:ext uri="{FF2B5EF4-FFF2-40B4-BE49-F238E27FC236}">
                  <a16:creationId xmlns:a16="http://schemas.microsoft.com/office/drawing/2014/main" id="{7388D281-79A9-3E22-8331-83AF342D5950}"/>
                </a:ext>
              </a:extLst>
            </p:cNvPr>
            <p:cNvSpPr/>
            <p:nvPr/>
          </p:nvSpPr>
          <p:spPr>
            <a:xfrm>
              <a:off x="1937590" y="4338710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Shape 60">
              <a:extLst>
                <a:ext uri="{FF2B5EF4-FFF2-40B4-BE49-F238E27FC236}">
                  <a16:creationId xmlns:a16="http://schemas.microsoft.com/office/drawing/2014/main" id="{0D6A244B-488A-92AD-0952-342DFEF182DB}"/>
                </a:ext>
              </a:extLst>
            </p:cNvPr>
            <p:cNvSpPr/>
            <p:nvPr/>
          </p:nvSpPr>
          <p:spPr>
            <a:xfrm>
              <a:off x="1981481" y="4382601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Shape 61">
              <a:extLst>
                <a:ext uri="{FF2B5EF4-FFF2-40B4-BE49-F238E27FC236}">
                  <a16:creationId xmlns:a16="http://schemas.microsoft.com/office/drawing/2014/main" id="{20FFD644-268F-9A85-AF54-E8F73B4441C2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2794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Shape 62">
              <a:extLst>
                <a:ext uri="{FF2B5EF4-FFF2-40B4-BE49-F238E27FC236}">
                  <a16:creationId xmlns:a16="http://schemas.microsoft.com/office/drawing/2014/main" id="{65785658-11CE-E54B-38B9-4FA8210C54F4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Shape 63">
              <a:extLst>
                <a:ext uri="{FF2B5EF4-FFF2-40B4-BE49-F238E27FC236}">
                  <a16:creationId xmlns:a16="http://schemas.microsoft.com/office/drawing/2014/main" id="{40251BB6-1BD1-0E41-F69A-EC287AA6108F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2794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Shape 64">
              <a:extLst>
                <a:ext uri="{FF2B5EF4-FFF2-40B4-BE49-F238E27FC236}">
                  <a16:creationId xmlns:a16="http://schemas.microsoft.com/office/drawing/2014/main" id="{9E4DE299-6DE8-2673-4C64-A94E6A66FE09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Shape 65">
              <a:extLst>
                <a:ext uri="{FF2B5EF4-FFF2-40B4-BE49-F238E27FC236}">
                  <a16:creationId xmlns:a16="http://schemas.microsoft.com/office/drawing/2014/main" id="{45A90405-9AFE-AF1B-26FC-BAEECEA65247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2794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Shape 66">
              <a:extLst>
                <a:ext uri="{FF2B5EF4-FFF2-40B4-BE49-F238E27FC236}">
                  <a16:creationId xmlns:a16="http://schemas.microsoft.com/office/drawing/2014/main" id="{B3E23FF6-66CF-AC54-C49F-65FADA0FB8DA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Shape 121">
              <a:extLst>
                <a:ext uri="{FF2B5EF4-FFF2-40B4-BE49-F238E27FC236}">
                  <a16:creationId xmlns:a16="http://schemas.microsoft.com/office/drawing/2014/main" id="{77D94CC0-1D86-6253-45A3-8CEE3679830C}"/>
                </a:ext>
              </a:extLst>
            </p:cNvPr>
            <p:cNvSpPr/>
            <p:nvPr/>
          </p:nvSpPr>
          <p:spPr>
            <a:xfrm>
              <a:off x="2367369" y="3259744"/>
              <a:ext cx="256032" cy="256032"/>
            </a:xfrm>
            <a:prstGeom prst="ellipse">
              <a:avLst/>
            </a:prstGeom>
            <a:solidFill>
              <a:srgbClr val="FBEAF0"/>
            </a:solidFill>
            <a:ln w="2286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Shape 122">
              <a:extLst>
                <a:ext uri="{FF2B5EF4-FFF2-40B4-BE49-F238E27FC236}">
                  <a16:creationId xmlns:a16="http://schemas.microsoft.com/office/drawing/2014/main" id="{604BFDF5-B390-76B8-7329-02BBAAA6D4D3}"/>
                </a:ext>
              </a:extLst>
            </p:cNvPr>
            <p:cNvSpPr/>
            <p:nvPr/>
          </p:nvSpPr>
          <p:spPr>
            <a:xfrm>
              <a:off x="2444179" y="3336554"/>
              <a:ext cx="102413" cy="102413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Rounded Rectangle 243">
              <a:extLst>
                <a:ext uri="{FF2B5EF4-FFF2-40B4-BE49-F238E27FC236}">
                  <a16:creationId xmlns:a16="http://schemas.microsoft.com/office/drawing/2014/main" id="{8E2D3D84-2B51-C46D-E63C-99ECB408FC5D}"/>
                </a:ext>
              </a:extLst>
            </p:cNvPr>
            <p:cNvSpPr/>
            <p:nvPr/>
          </p:nvSpPr>
          <p:spPr>
            <a:xfrm>
              <a:off x="2265956" y="3205425"/>
              <a:ext cx="438923" cy="374878"/>
            </a:xfrm>
            <a:prstGeom prst="roundRect">
              <a:avLst/>
            </a:prstGeom>
            <a:solidFill>
              <a:schemeClr val="accent1">
                <a:alpha val="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D5C397FC-A870-B26B-4209-E62A8BB7F282}"/>
                </a:ext>
              </a:extLst>
            </p:cNvPr>
            <p:cNvGrpSpPr/>
            <p:nvPr/>
          </p:nvGrpSpPr>
          <p:grpSpPr>
            <a:xfrm>
              <a:off x="680905" y="3852871"/>
              <a:ext cx="162963" cy="184087"/>
              <a:chOff x="2752253" y="2670772"/>
              <a:chExt cx="218792" cy="256515"/>
            </a:xfrm>
          </p:grpSpPr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D9B264D0-DBBD-F93B-48F7-8635551FA5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8E77D4B0-88CB-13B5-4F62-73FB368301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7AA4D69D-AF55-FFA7-8C8D-45C58D50ADE3}"/>
                </a:ext>
              </a:extLst>
            </p:cNvPr>
            <p:cNvGrpSpPr/>
            <p:nvPr/>
          </p:nvGrpSpPr>
          <p:grpSpPr>
            <a:xfrm>
              <a:off x="1920931" y="4300927"/>
              <a:ext cx="162963" cy="184087"/>
              <a:chOff x="2752253" y="2670772"/>
              <a:chExt cx="218792" cy="256515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4BD0955A-BB66-574D-3684-B55E2979D5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679F6943-98BC-C47A-008D-E54D2D606E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D1D9EAB-AFE2-5E4E-434F-B67A5714AFE4}"/>
              </a:ext>
            </a:extLst>
          </p:cNvPr>
          <p:cNvGrpSpPr/>
          <p:nvPr/>
        </p:nvGrpSpPr>
        <p:grpSpPr>
          <a:xfrm>
            <a:off x="3701339" y="1857636"/>
            <a:ext cx="1444963" cy="1151333"/>
            <a:chOff x="5511146" y="331899"/>
            <a:chExt cx="1942194" cy="1473935"/>
          </a:xfrm>
        </p:grpSpPr>
        <p:sp>
          <p:nvSpPr>
            <p:cNvPr id="252" name="Shape 37">
              <a:extLst>
                <a:ext uri="{FF2B5EF4-FFF2-40B4-BE49-F238E27FC236}">
                  <a16:creationId xmlns:a16="http://schemas.microsoft.com/office/drawing/2014/main" id="{D30879EC-93AC-431B-ECA7-17621364404E}"/>
                </a:ext>
              </a:extLst>
            </p:cNvPr>
            <p:cNvSpPr/>
            <p:nvPr/>
          </p:nvSpPr>
          <p:spPr>
            <a:xfrm>
              <a:off x="5748890" y="1184042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Shape 38">
              <a:extLst>
                <a:ext uri="{FF2B5EF4-FFF2-40B4-BE49-F238E27FC236}">
                  <a16:creationId xmlns:a16="http://schemas.microsoft.com/office/drawing/2014/main" id="{E5B29A80-9827-325A-D1F0-469AD6D175DD}"/>
                </a:ext>
              </a:extLst>
            </p:cNvPr>
            <p:cNvSpPr/>
            <p:nvPr/>
          </p:nvSpPr>
          <p:spPr>
            <a:xfrm>
              <a:off x="5820213" y="1255365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Shape 39">
              <a:extLst>
                <a:ext uri="{FF2B5EF4-FFF2-40B4-BE49-F238E27FC236}">
                  <a16:creationId xmlns:a16="http://schemas.microsoft.com/office/drawing/2014/main" id="{2B817545-888B-545C-7B7D-935EFC584AB4}"/>
                </a:ext>
              </a:extLst>
            </p:cNvPr>
            <p:cNvSpPr/>
            <p:nvPr/>
          </p:nvSpPr>
          <p:spPr>
            <a:xfrm>
              <a:off x="6224378" y="928010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Shape 40">
              <a:extLst>
                <a:ext uri="{FF2B5EF4-FFF2-40B4-BE49-F238E27FC236}">
                  <a16:creationId xmlns:a16="http://schemas.microsoft.com/office/drawing/2014/main" id="{BE220A66-37FB-25D4-4D29-B56E987775B7}"/>
                </a:ext>
              </a:extLst>
            </p:cNvPr>
            <p:cNvSpPr/>
            <p:nvPr/>
          </p:nvSpPr>
          <p:spPr>
            <a:xfrm>
              <a:off x="6284728" y="988360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Shape 41">
              <a:extLst>
                <a:ext uri="{FF2B5EF4-FFF2-40B4-BE49-F238E27FC236}">
                  <a16:creationId xmlns:a16="http://schemas.microsoft.com/office/drawing/2014/main" id="{F89371F6-57AB-8FE0-44EF-8C3DA0800BE9}"/>
                </a:ext>
              </a:extLst>
            </p:cNvPr>
            <p:cNvSpPr/>
            <p:nvPr/>
          </p:nvSpPr>
          <p:spPr>
            <a:xfrm>
              <a:off x="6059786" y="1540658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Shape 42">
              <a:extLst>
                <a:ext uri="{FF2B5EF4-FFF2-40B4-BE49-F238E27FC236}">
                  <a16:creationId xmlns:a16="http://schemas.microsoft.com/office/drawing/2014/main" id="{4EDF6C38-FE07-D0AB-A7B7-6304FDFE6193}"/>
                </a:ext>
              </a:extLst>
            </p:cNvPr>
            <p:cNvSpPr/>
            <p:nvPr/>
          </p:nvSpPr>
          <p:spPr>
            <a:xfrm>
              <a:off x="6109164" y="1590036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Shape 43">
              <a:extLst>
                <a:ext uri="{FF2B5EF4-FFF2-40B4-BE49-F238E27FC236}">
                  <a16:creationId xmlns:a16="http://schemas.microsoft.com/office/drawing/2014/main" id="{91E0ECDB-249B-FE81-4CF8-018AD592937C}"/>
                </a:ext>
              </a:extLst>
            </p:cNvPr>
            <p:cNvSpPr/>
            <p:nvPr/>
          </p:nvSpPr>
          <p:spPr>
            <a:xfrm>
              <a:off x="6580994" y="1056026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Shape 44">
              <a:extLst>
                <a:ext uri="{FF2B5EF4-FFF2-40B4-BE49-F238E27FC236}">
                  <a16:creationId xmlns:a16="http://schemas.microsoft.com/office/drawing/2014/main" id="{09EF6A04-5315-D3C6-7E0E-C73A5FDF6C7E}"/>
                </a:ext>
              </a:extLst>
            </p:cNvPr>
            <p:cNvSpPr/>
            <p:nvPr/>
          </p:nvSpPr>
          <p:spPr>
            <a:xfrm>
              <a:off x="6646831" y="1121863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Shape 45">
              <a:extLst>
                <a:ext uri="{FF2B5EF4-FFF2-40B4-BE49-F238E27FC236}">
                  <a16:creationId xmlns:a16="http://schemas.microsoft.com/office/drawing/2014/main" id="{F8052C4C-B7F2-D98B-31D5-7EB173B690B8}"/>
                </a:ext>
              </a:extLst>
            </p:cNvPr>
            <p:cNvSpPr/>
            <p:nvPr/>
          </p:nvSpPr>
          <p:spPr>
            <a:xfrm>
              <a:off x="5639162" y="1622954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Shape 46">
              <a:extLst>
                <a:ext uri="{FF2B5EF4-FFF2-40B4-BE49-F238E27FC236}">
                  <a16:creationId xmlns:a16="http://schemas.microsoft.com/office/drawing/2014/main" id="{6E720C78-E795-2F10-07CE-5FE5BA894182}"/>
                </a:ext>
              </a:extLst>
            </p:cNvPr>
            <p:cNvSpPr/>
            <p:nvPr/>
          </p:nvSpPr>
          <p:spPr>
            <a:xfrm>
              <a:off x="5694026" y="1677818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Shape 47">
              <a:extLst>
                <a:ext uri="{FF2B5EF4-FFF2-40B4-BE49-F238E27FC236}">
                  <a16:creationId xmlns:a16="http://schemas.microsoft.com/office/drawing/2014/main" id="{E6D7936C-34B4-3575-E3C0-547F5951A2D6}"/>
                </a:ext>
              </a:extLst>
            </p:cNvPr>
            <p:cNvSpPr/>
            <p:nvPr/>
          </p:nvSpPr>
          <p:spPr>
            <a:xfrm>
              <a:off x="6873602" y="845714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Shape 48">
              <a:extLst>
                <a:ext uri="{FF2B5EF4-FFF2-40B4-BE49-F238E27FC236}">
                  <a16:creationId xmlns:a16="http://schemas.microsoft.com/office/drawing/2014/main" id="{2A4B7741-FC82-73BA-A742-FA58B6AB1CEF}"/>
                </a:ext>
              </a:extLst>
            </p:cNvPr>
            <p:cNvSpPr/>
            <p:nvPr/>
          </p:nvSpPr>
          <p:spPr>
            <a:xfrm>
              <a:off x="6928466" y="900578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Shape 49">
              <a:extLst>
                <a:ext uri="{FF2B5EF4-FFF2-40B4-BE49-F238E27FC236}">
                  <a16:creationId xmlns:a16="http://schemas.microsoft.com/office/drawing/2014/main" id="{4D041CDA-B88D-4302-00C5-1010C65A0146}"/>
                </a:ext>
              </a:extLst>
            </p:cNvPr>
            <p:cNvSpPr/>
            <p:nvPr/>
          </p:nvSpPr>
          <p:spPr>
            <a:xfrm>
              <a:off x="6434690" y="1641242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Shape 50">
              <a:extLst>
                <a:ext uri="{FF2B5EF4-FFF2-40B4-BE49-F238E27FC236}">
                  <a16:creationId xmlns:a16="http://schemas.microsoft.com/office/drawing/2014/main" id="{10FBB2B0-6420-D359-2A6E-6B1E66A9D51E}"/>
                </a:ext>
              </a:extLst>
            </p:cNvPr>
            <p:cNvSpPr/>
            <p:nvPr/>
          </p:nvSpPr>
          <p:spPr>
            <a:xfrm>
              <a:off x="6478581" y="1685133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Shape 51">
              <a:extLst>
                <a:ext uri="{FF2B5EF4-FFF2-40B4-BE49-F238E27FC236}">
                  <a16:creationId xmlns:a16="http://schemas.microsoft.com/office/drawing/2014/main" id="{9187AD5D-5977-8263-D8C7-68976B82D67E}"/>
                </a:ext>
              </a:extLst>
            </p:cNvPr>
            <p:cNvSpPr/>
            <p:nvPr/>
          </p:nvSpPr>
          <p:spPr>
            <a:xfrm>
              <a:off x="7065626" y="1357778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Shape 52">
              <a:extLst>
                <a:ext uri="{FF2B5EF4-FFF2-40B4-BE49-F238E27FC236}">
                  <a16:creationId xmlns:a16="http://schemas.microsoft.com/office/drawing/2014/main" id="{6716E794-0E25-553B-94C8-56D1DBA89EA6}"/>
                </a:ext>
              </a:extLst>
            </p:cNvPr>
            <p:cNvSpPr/>
            <p:nvPr/>
          </p:nvSpPr>
          <p:spPr>
            <a:xfrm>
              <a:off x="7115004" y="1407156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Shape 53">
              <a:extLst>
                <a:ext uri="{FF2B5EF4-FFF2-40B4-BE49-F238E27FC236}">
                  <a16:creationId xmlns:a16="http://schemas.microsoft.com/office/drawing/2014/main" id="{F3701547-904B-06B8-DADE-1936B2C65ED4}"/>
                </a:ext>
              </a:extLst>
            </p:cNvPr>
            <p:cNvSpPr/>
            <p:nvPr/>
          </p:nvSpPr>
          <p:spPr>
            <a:xfrm>
              <a:off x="5968346" y="717698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Shape 54">
              <a:extLst>
                <a:ext uri="{FF2B5EF4-FFF2-40B4-BE49-F238E27FC236}">
                  <a16:creationId xmlns:a16="http://schemas.microsoft.com/office/drawing/2014/main" id="{FDC140D0-0ABC-4779-B9A0-BD0A27CF9BCD}"/>
                </a:ext>
              </a:extLst>
            </p:cNvPr>
            <p:cNvSpPr/>
            <p:nvPr/>
          </p:nvSpPr>
          <p:spPr>
            <a:xfrm>
              <a:off x="6017724" y="767076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Shape 55">
              <a:extLst>
                <a:ext uri="{FF2B5EF4-FFF2-40B4-BE49-F238E27FC236}">
                  <a16:creationId xmlns:a16="http://schemas.microsoft.com/office/drawing/2014/main" id="{B2CBA6C3-1C1E-2EF3-38A1-B849C78F0226}"/>
                </a:ext>
              </a:extLst>
            </p:cNvPr>
            <p:cNvSpPr/>
            <p:nvPr/>
          </p:nvSpPr>
          <p:spPr>
            <a:xfrm>
              <a:off x="5511146" y="1174898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Shape 56">
              <a:extLst>
                <a:ext uri="{FF2B5EF4-FFF2-40B4-BE49-F238E27FC236}">
                  <a16:creationId xmlns:a16="http://schemas.microsoft.com/office/drawing/2014/main" id="{44DD12C0-84B4-200B-9F52-83E34651490E}"/>
                </a:ext>
              </a:extLst>
            </p:cNvPr>
            <p:cNvSpPr/>
            <p:nvPr/>
          </p:nvSpPr>
          <p:spPr>
            <a:xfrm>
              <a:off x="5560524" y="1224276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Shape 57">
              <a:extLst>
                <a:ext uri="{FF2B5EF4-FFF2-40B4-BE49-F238E27FC236}">
                  <a16:creationId xmlns:a16="http://schemas.microsoft.com/office/drawing/2014/main" id="{546F0FD7-02E6-1BC6-C897-F98D3D34FC7D}"/>
                </a:ext>
              </a:extLst>
            </p:cNvPr>
            <p:cNvSpPr/>
            <p:nvPr/>
          </p:nvSpPr>
          <p:spPr>
            <a:xfrm>
              <a:off x="7230218" y="1110890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Shape 58">
              <a:extLst>
                <a:ext uri="{FF2B5EF4-FFF2-40B4-BE49-F238E27FC236}">
                  <a16:creationId xmlns:a16="http://schemas.microsoft.com/office/drawing/2014/main" id="{E12C3654-F263-074C-4587-ACA4C8C054C9}"/>
                </a:ext>
              </a:extLst>
            </p:cNvPr>
            <p:cNvSpPr/>
            <p:nvPr/>
          </p:nvSpPr>
          <p:spPr>
            <a:xfrm>
              <a:off x="7290568" y="1171240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Shape 59">
              <a:extLst>
                <a:ext uri="{FF2B5EF4-FFF2-40B4-BE49-F238E27FC236}">
                  <a16:creationId xmlns:a16="http://schemas.microsoft.com/office/drawing/2014/main" id="{065FF103-5230-F88C-DE66-999E1D550785}"/>
                </a:ext>
              </a:extLst>
            </p:cNvPr>
            <p:cNvSpPr/>
            <p:nvPr/>
          </p:nvSpPr>
          <p:spPr>
            <a:xfrm>
              <a:off x="6754730" y="1641242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Shape 60">
              <a:extLst>
                <a:ext uri="{FF2B5EF4-FFF2-40B4-BE49-F238E27FC236}">
                  <a16:creationId xmlns:a16="http://schemas.microsoft.com/office/drawing/2014/main" id="{2547B6F3-BA26-7F20-3346-8210797D625F}"/>
                </a:ext>
              </a:extLst>
            </p:cNvPr>
            <p:cNvSpPr/>
            <p:nvPr/>
          </p:nvSpPr>
          <p:spPr>
            <a:xfrm>
              <a:off x="6798621" y="1685133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Shape 61">
              <a:extLst>
                <a:ext uri="{FF2B5EF4-FFF2-40B4-BE49-F238E27FC236}">
                  <a16:creationId xmlns:a16="http://schemas.microsoft.com/office/drawing/2014/main" id="{09642969-B0AF-C417-DCBA-382988306101}"/>
                </a:ext>
              </a:extLst>
            </p:cNvPr>
            <p:cNvSpPr/>
            <p:nvPr/>
          </p:nvSpPr>
          <p:spPr>
            <a:xfrm>
              <a:off x="6224378" y="928010"/>
              <a:ext cx="201168" cy="201168"/>
            </a:xfrm>
            <a:prstGeom prst="ellipse">
              <a:avLst/>
            </a:prstGeom>
            <a:solidFill>
              <a:srgbClr val="B5D4F4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Shape 62">
              <a:extLst>
                <a:ext uri="{FF2B5EF4-FFF2-40B4-BE49-F238E27FC236}">
                  <a16:creationId xmlns:a16="http://schemas.microsoft.com/office/drawing/2014/main" id="{72850D6D-8C16-C6F4-61E8-04D358948064}"/>
                </a:ext>
              </a:extLst>
            </p:cNvPr>
            <p:cNvSpPr/>
            <p:nvPr/>
          </p:nvSpPr>
          <p:spPr>
            <a:xfrm>
              <a:off x="6284728" y="988360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Shape 63">
              <a:extLst>
                <a:ext uri="{FF2B5EF4-FFF2-40B4-BE49-F238E27FC236}">
                  <a16:creationId xmlns:a16="http://schemas.microsoft.com/office/drawing/2014/main" id="{696E51BE-4155-ABCA-41E4-94A6B87A4CD2}"/>
                </a:ext>
              </a:extLst>
            </p:cNvPr>
            <p:cNvSpPr/>
            <p:nvPr/>
          </p:nvSpPr>
          <p:spPr>
            <a:xfrm>
              <a:off x="6059786" y="1540658"/>
              <a:ext cx="164592" cy="164592"/>
            </a:xfrm>
            <a:prstGeom prst="ellipse">
              <a:avLst/>
            </a:prstGeom>
            <a:solidFill>
              <a:srgbClr val="F0997B"/>
            </a:solidFill>
            <a:ln w="1270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Shape 64">
              <a:extLst>
                <a:ext uri="{FF2B5EF4-FFF2-40B4-BE49-F238E27FC236}">
                  <a16:creationId xmlns:a16="http://schemas.microsoft.com/office/drawing/2014/main" id="{640DA046-FBFC-6369-6665-01675A5025AE}"/>
                </a:ext>
              </a:extLst>
            </p:cNvPr>
            <p:cNvSpPr/>
            <p:nvPr/>
          </p:nvSpPr>
          <p:spPr>
            <a:xfrm>
              <a:off x="6109164" y="1590036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Shape 65">
              <a:extLst>
                <a:ext uri="{FF2B5EF4-FFF2-40B4-BE49-F238E27FC236}">
                  <a16:creationId xmlns:a16="http://schemas.microsoft.com/office/drawing/2014/main" id="{1C868AA0-4B01-4425-0378-B70AAFDF18B5}"/>
                </a:ext>
              </a:extLst>
            </p:cNvPr>
            <p:cNvSpPr/>
            <p:nvPr/>
          </p:nvSpPr>
          <p:spPr>
            <a:xfrm>
              <a:off x="6580994" y="1056026"/>
              <a:ext cx="219456" cy="219456"/>
            </a:xfrm>
            <a:prstGeom prst="ellipse">
              <a:avLst/>
            </a:prstGeom>
            <a:solidFill>
              <a:srgbClr val="9FE1CB"/>
            </a:solidFill>
            <a:ln w="1270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Shape 66">
              <a:extLst>
                <a:ext uri="{FF2B5EF4-FFF2-40B4-BE49-F238E27FC236}">
                  <a16:creationId xmlns:a16="http://schemas.microsoft.com/office/drawing/2014/main" id="{2D86312E-7FA0-EBB1-878B-5EE8C857586E}"/>
                </a:ext>
              </a:extLst>
            </p:cNvPr>
            <p:cNvSpPr/>
            <p:nvPr/>
          </p:nvSpPr>
          <p:spPr>
            <a:xfrm>
              <a:off x="6646831" y="1121863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Shape 71">
              <a:extLst>
                <a:ext uri="{FF2B5EF4-FFF2-40B4-BE49-F238E27FC236}">
                  <a16:creationId xmlns:a16="http://schemas.microsoft.com/office/drawing/2014/main" id="{AD2328D7-A403-D5A3-792A-0D2A4F111BA7}"/>
                </a:ext>
              </a:extLst>
            </p:cNvPr>
            <p:cNvSpPr/>
            <p:nvPr/>
          </p:nvSpPr>
          <p:spPr>
            <a:xfrm>
              <a:off x="7361900" y="641924"/>
              <a:ext cx="91440" cy="91440"/>
            </a:xfrm>
            <a:prstGeom prst="ellipse">
              <a:avLst/>
            </a:prstGeom>
            <a:solidFill>
              <a:srgbClr val="FBEAF0"/>
            </a:solidFill>
            <a:ln w="1778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Shape 72">
              <a:extLst>
                <a:ext uri="{FF2B5EF4-FFF2-40B4-BE49-F238E27FC236}">
                  <a16:creationId xmlns:a16="http://schemas.microsoft.com/office/drawing/2014/main" id="{69ECAEB0-CB5C-B4C7-A75A-7823A3F1BB10}"/>
                </a:ext>
              </a:extLst>
            </p:cNvPr>
            <p:cNvSpPr/>
            <p:nvPr/>
          </p:nvSpPr>
          <p:spPr>
            <a:xfrm>
              <a:off x="7389332" y="669356"/>
              <a:ext cx="36576" cy="36576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EA303B31-73F7-BF8B-3C29-E2C7B75C2008}"/>
                </a:ext>
              </a:extLst>
            </p:cNvPr>
            <p:cNvSpPr txBox="1"/>
            <p:nvPr/>
          </p:nvSpPr>
          <p:spPr>
            <a:xfrm>
              <a:off x="6268882" y="331899"/>
              <a:ext cx="9813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85" name="Curved Connector 284">
              <a:extLst>
                <a:ext uri="{FF2B5EF4-FFF2-40B4-BE49-F238E27FC236}">
                  <a16:creationId xmlns:a16="http://schemas.microsoft.com/office/drawing/2014/main" id="{8879D939-28BC-0014-4A13-82B5F65DE3E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089671" y="654507"/>
              <a:ext cx="175110" cy="260868"/>
            </a:xfrm>
            <a:prstGeom prst="curvedConnector2">
              <a:avLst/>
            </a:prstGeom>
            <a:ln w="9525">
              <a:solidFill>
                <a:schemeClr val="dk1">
                  <a:alpha val="8933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0" name="TextBox 289">
            <a:extLst>
              <a:ext uri="{FF2B5EF4-FFF2-40B4-BE49-F238E27FC236}">
                <a16:creationId xmlns:a16="http://schemas.microsoft.com/office/drawing/2014/main" id="{8D3B59F9-C87B-8C39-3AA9-BF1BC6E4FAD0}"/>
              </a:ext>
            </a:extLst>
          </p:cNvPr>
          <p:cNvSpPr txBox="1"/>
          <p:nvPr/>
        </p:nvSpPr>
        <p:spPr>
          <a:xfrm>
            <a:off x="1831149" y="918356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37819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8456-7A0E-4B01-ABF8-43FCE157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531B6D2A-5772-0FA7-7956-E9AEBDA07283}"/>
              </a:ext>
            </a:extLst>
          </p:cNvPr>
          <p:cNvSpPr/>
          <p:nvPr/>
        </p:nvSpPr>
        <p:spPr>
          <a:xfrm>
            <a:off x="122548" y="643042"/>
            <a:ext cx="8946038" cy="351418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38AFD78F-7367-D450-79DF-E2311483CAB0}"/>
              </a:ext>
            </a:extLst>
          </p:cNvPr>
          <p:cNvSpPr/>
          <p:nvPr/>
        </p:nvSpPr>
        <p:spPr>
          <a:xfrm>
            <a:off x="7809598" y="1867228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0613D1A2-4CF6-C032-EAF8-34106918E351}"/>
              </a:ext>
            </a:extLst>
          </p:cNvPr>
          <p:cNvSpPr/>
          <p:nvPr/>
        </p:nvSpPr>
        <p:spPr>
          <a:xfrm>
            <a:off x="5512435" y="1290728"/>
            <a:ext cx="2050170" cy="2148733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2A677DFE-1688-B880-B252-40290954509A}"/>
              </a:ext>
            </a:extLst>
          </p:cNvPr>
          <p:cNvSpPr/>
          <p:nvPr/>
        </p:nvSpPr>
        <p:spPr>
          <a:xfrm>
            <a:off x="3656554" y="1303438"/>
            <a:ext cx="1587236" cy="2136023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8F44A7B-8C33-2127-E906-3A18BD3D4190}"/>
              </a:ext>
            </a:extLst>
          </p:cNvPr>
          <p:cNvSpPr/>
          <p:nvPr/>
        </p:nvSpPr>
        <p:spPr>
          <a:xfrm>
            <a:off x="242700" y="1875450"/>
            <a:ext cx="1212069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75D27E6-9216-E5D4-B05F-1EA7339B4E88}"/>
              </a:ext>
            </a:extLst>
          </p:cNvPr>
          <p:cNvSpPr/>
          <p:nvPr/>
        </p:nvSpPr>
        <p:spPr>
          <a:xfrm>
            <a:off x="204562" y="2131482"/>
            <a:ext cx="1288343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algn="ctr"/>
            <a:r>
              <a:rPr kumimoji="0" lang="en-GB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Popula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tionSize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Phenotype()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2560DBA-F4A0-A947-1215-2348646089DA}"/>
              </a:ext>
            </a:extLst>
          </p:cNvPr>
          <p:cNvSpPr/>
          <p:nvPr/>
        </p:nvSpPr>
        <p:spPr>
          <a:xfrm>
            <a:off x="1717586" y="1290728"/>
            <a:ext cx="1649866" cy="2148733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F7C3C94-DE49-D65A-E587-185E94C5A052}"/>
              </a:ext>
            </a:extLst>
          </p:cNvPr>
          <p:cNvSpPr/>
          <p:nvPr/>
        </p:nvSpPr>
        <p:spPr>
          <a:xfrm>
            <a:off x="1601467" y="1182963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1.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algn="ctr"/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altLang="zh-CN" sz="1100" dirty="0">
                <a:solidFill>
                  <a:schemeClr val="bg1">
                    <a:lumMod val="50000"/>
                  </a:schemeClr>
                </a:solidFill>
              </a:rPr>
              <a:t>any model class accepted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23E8F4B3-B8B3-3E68-8CFC-90283910C496}"/>
              </a:ext>
            </a:extLst>
          </p:cNvPr>
          <p:cNvSpPr/>
          <p:nvPr/>
        </p:nvSpPr>
        <p:spPr>
          <a:xfrm>
            <a:off x="3616920" y="1272182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2. Introduce mutant</a:t>
            </a:r>
          </a:p>
          <a:p>
            <a:pPr algn="ctr"/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traits()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7CA0A194-2583-4970-FF3E-C88F8BEF5CE1}"/>
              </a:ext>
            </a:extLst>
          </p:cNvPr>
          <p:cNvSpPr/>
          <p:nvPr/>
        </p:nvSpPr>
        <p:spPr>
          <a:xfrm>
            <a:off x="5539126" y="1281090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8C8CF7C8-3799-78B0-9A79-D97792958A8F}"/>
              </a:ext>
            </a:extLst>
          </p:cNvPr>
          <p:cNvSpPr/>
          <p:nvPr/>
        </p:nvSpPr>
        <p:spPr>
          <a:xfrm>
            <a:off x="7839831" y="1878310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/>
              <a:t>EvoHistory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h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ory:[]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EB97FF5D-1843-E76D-5013-06FE6209E0DB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16200000" flipH="1">
            <a:off x="4540019" y="1441960"/>
            <a:ext cx="12700" cy="3995001"/>
          </a:xfrm>
          <a:prstGeom prst="bentConnector3">
            <a:avLst>
              <a:gd name="adj1" fmla="val 18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CBF1FD57-E3CE-142B-3A1A-CDA36D9C2FF8}"/>
              </a:ext>
            </a:extLst>
          </p:cNvPr>
          <p:cNvSpPr/>
          <p:nvPr/>
        </p:nvSpPr>
        <p:spPr>
          <a:xfrm>
            <a:off x="4019371" y="36424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repeat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72A0EDD-6B86-BDAC-B883-93B8204D9880}"/>
              </a:ext>
            </a:extLst>
          </p:cNvPr>
          <p:cNvSpPr txBox="1"/>
          <p:nvPr/>
        </p:nvSpPr>
        <p:spPr>
          <a:xfrm>
            <a:off x="5860721" y="986695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60295D1C-144B-0B59-D744-72F8D173DF28}"/>
              </a:ext>
            </a:extLst>
          </p:cNvPr>
          <p:cNvSpPr/>
          <p:nvPr/>
        </p:nvSpPr>
        <p:spPr>
          <a:xfrm>
            <a:off x="312867" y="586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1AB07D58-2DC0-A2A4-E3D1-D7273612E11A}"/>
              </a:ext>
            </a:extLst>
          </p:cNvPr>
          <p:cNvCxnSpPr>
            <a:cxnSpLocks/>
          </p:cNvCxnSpPr>
          <p:nvPr/>
        </p:nvCxnSpPr>
        <p:spPr>
          <a:xfrm>
            <a:off x="1492151" y="2422498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B34F3A2-D604-3F99-9C14-6DF666A4F69A}"/>
              </a:ext>
            </a:extLst>
          </p:cNvPr>
          <p:cNvCxnSpPr>
            <a:cxnSpLocks/>
          </p:cNvCxnSpPr>
          <p:nvPr/>
        </p:nvCxnSpPr>
        <p:spPr>
          <a:xfrm>
            <a:off x="3414920" y="2418517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4CDD8D0-BE3A-9454-0C1E-50196EFADDB3}"/>
              </a:ext>
            </a:extLst>
          </p:cNvPr>
          <p:cNvCxnSpPr>
            <a:cxnSpLocks/>
          </p:cNvCxnSpPr>
          <p:nvPr/>
        </p:nvCxnSpPr>
        <p:spPr>
          <a:xfrm>
            <a:off x="5295379" y="241427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8C899BC8-7A10-C936-74FE-CAB19401A45D}"/>
              </a:ext>
            </a:extLst>
          </p:cNvPr>
          <p:cNvCxnSpPr>
            <a:cxnSpLocks/>
          </p:cNvCxnSpPr>
          <p:nvPr/>
        </p:nvCxnSpPr>
        <p:spPr>
          <a:xfrm>
            <a:off x="7597958" y="241427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11DF383E-DAE6-E033-9C64-D6FD52209DD2}"/>
              </a:ext>
            </a:extLst>
          </p:cNvPr>
          <p:cNvSpPr txBox="1"/>
          <p:nvPr/>
        </p:nvSpPr>
        <p:spPr>
          <a:xfrm>
            <a:off x="1887711" y="984345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546B067-09C3-A0F5-C6FE-25F449BAACEB}"/>
              </a:ext>
            </a:extLst>
          </p:cNvPr>
          <p:cNvGrpSpPr/>
          <p:nvPr/>
        </p:nvGrpSpPr>
        <p:grpSpPr>
          <a:xfrm>
            <a:off x="2015331" y="2388594"/>
            <a:ext cx="975109" cy="596300"/>
            <a:chOff x="871880" y="1444752"/>
            <a:chExt cx="1331700" cy="761782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F7BA987-324F-A080-398C-E73AB4E0378B}"/>
                </a:ext>
              </a:extLst>
            </p:cNvPr>
            <p:cNvGrpSpPr/>
            <p:nvPr/>
          </p:nvGrpSpPr>
          <p:grpSpPr>
            <a:xfrm>
              <a:off x="1467588" y="1510043"/>
              <a:ext cx="201168" cy="201168"/>
              <a:chOff x="1225296" y="1527048"/>
              <a:chExt cx="201168" cy="201168"/>
            </a:xfrm>
          </p:grpSpPr>
          <p:sp>
            <p:nvSpPr>
              <p:cNvPr id="197" name="Shape 15">
                <a:extLst>
                  <a:ext uri="{FF2B5EF4-FFF2-40B4-BE49-F238E27FC236}">
                    <a16:creationId xmlns:a16="http://schemas.microsoft.com/office/drawing/2014/main" id="{9BD15F03-B4C8-A740-FCD9-BE8E7110D9A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Shape 16">
                <a:extLst>
                  <a:ext uri="{FF2B5EF4-FFF2-40B4-BE49-F238E27FC236}">
                    <a16:creationId xmlns:a16="http://schemas.microsoft.com/office/drawing/2014/main" id="{D2C19647-14D9-9C5C-F394-CA0D7436E13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BDF35263-3316-E2EC-5864-51E307061995}"/>
                </a:ext>
              </a:extLst>
            </p:cNvPr>
            <p:cNvGrpSpPr/>
            <p:nvPr/>
          </p:nvGrpSpPr>
          <p:grpSpPr>
            <a:xfrm>
              <a:off x="1874520" y="1444752"/>
              <a:ext cx="182880" cy="182880"/>
              <a:chOff x="1874520" y="1444752"/>
              <a:chExt cx="182880" cy="182880"/>
            </a:xfrm>
          </p:grpSpPr>
          <p:sp>
            <p:nvSpPr>
              <p:cNvPr id="195" name="Shape 23">
                <a:extLst>
                  <a:ext uri="{FF2B5EF4-FFF2-40B4-BE49-F238E27FC236}">
                    <a16:creationId xmlns:a16="http://schemas.microsoft.com/office/drawing/2014/main" id="{2FC188F4-E3EB-B977-FD8E-FD0B960DF322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Shape 24">
                <a:extLst>
                  <a:ext uri="{FF2B5EF4-FFF2-40B4-BE49-F238E27FC236}">
                    <a16:creationId xmlns:a16="http://schemas.microsoft.com/office/drawing/2014/main" id="{D2BAE638-02E0-944F-0446-C4E489AEE08F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822DFE3A-6B91-7EB9-A8D6-111FD5DDED43}"/>
                </a:ext>
              </a:extLst>
            </p:cNvPr>
            <p:cNvGrpSpPr/>
            <p:nvPr/>
          </p:nvGrpSpPr>
          <p:grpSpPr>
            <a:xfrm>
              <a:off x="978195" y="1975612"/>
              <a:ext cx="201168" cy="201168"/>
              <a:chOff x="1225296" y="1527048"/>
              <a:chExt cx="201168" cy="201168"/>
            </a:xfrm>
          </p:grpSpPr>
          <p:sp>
            <p:nvSpPr>
              <p:cNvPr id="193" name="Shape 15">
                <a:extLst>
                  <a:ext uri="{FF2B5EF4-FFF2-40B4-BE49-F238E27FC236}">
                    <a16:creationId xmlns:a16="http://schemas.microsoft.com/office/drawing/2014/main" id="{9BFFD452-3B67-F629-951E-75D9239CE0D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Shape 16">
                <a:extLst>
                  <a:ext uri="{FF2B5EF4-FFF2-40B4-BE49-F238E27FC236}">
                    <a16:creationId xmlns:a16="http://schemas.microsoft.com/office/drawing/2014/main" id="{71B2F20C-7CE1-9E54-48F8-071E8AAF8B9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F9757E9-AB25-6690-DE86-3ED827D341E5}"/>
                </a:ext>
              </a:extLst>
            </p:cNvPr>
            <p:cNvGrpSpPr/>
            <p:nvPr/>
          </p:nvGrpSpPr>
          <p:grpSpPr>
            <a:xfrm>
              <a:off x="871880" y="1632056"/>
              <a:ext cx="182880" cy="182880"/>
              <a:chOff x="1874520" y="1444752"/>
              <a:chExt cx="182880" cy="182880"/>
            </a:xfrm>
          </p:grpSpPr>
          <p:sp>
            <p:nvSpPr>
              <p:cNvPr id="191" name="Shape 23">
                <a:extLst>
                  <a:ext uri="{FF2B5EF4-FFF2-40B4-BE49-F238E27FC236}">
                    <a16:creationId xmlns:a16="http://schemas.microsoft.com/office/drawing/2014/main" id="{3CF5D1E6-BC75-53F0-E1C3-1110AA6288E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Shape 24">
                <a:extLst>
                  <a:ext uri="{FF2B5EF4-FFF2-40B4-BE49-F238E27FC236}">
                    <a16:creationId xmlns:a16="http://schemas.microsoft.com/office/drawing/2014/main" id="{DE475FB9-AEBF-BF0D-22BD-D290E48797D9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7BB5287-5943-B122-44A5-10A426AD5EEE}"/>
                </a:ext>
              </a:extLst>
            </p:cNvPr>
            <p:cNvGrpSpPr/>
            <p:nvPr/>
          </p:nvGrpSpPr>
          <p:grpSpPr>
            <a:xfrm>
              <a:off x="1447471" y="2005366"/>
              <a:ext cx="201168" cy="201168"/>
              <a:chOff x="1225296" y="1527048"/>
              <a:chExt cx="201168" cy="201168"/>
            </a:xfrm>
          </p:grpSpPr>
          <p:sp>
            <p:nvSpPr>
              <p:cNvPr id="189" name="Shape 15">
                <a:extLst>
                  <a:ext uri="{FF2B5EF4-FFF2-40B4-BE49-F238E27FC236}">
                    <a16:creationId xmlns:a16="http://schemas.microsoft.com/office/drawing/2014/main" id="{5A6F4697-E6DA-BA00-B86B-4172AC0B1EF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Shape 16">
                <a:extLst>
                  <a:ext uri="{FF2B5EF4-FFF2-40B4-BE49-F238E27FC236}">
                    <a16:creationId xmlns:a16="http://schemas.microsoft.com/office/drawing/2014/main" id="{00425469-EAAE-36EB-D8C6-82223CF22B7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7A9A02E8-E551-ED6F-183B-B2760C3E9589}"/>
                </a:ext>
              </a:extLst>
            </p:cNvPr>
            <p:cNvGrpSpPr/>
            <p:nvPr/>
          </p:nvGrpSpPr>
          <p:grpSpPr>
            <a:xfrm>
              <a:off x="2002412" y="1913763"/>
              <a:ext cx="201168" cy="201168"/>
              <a:chOff x="1225296" y="1527048"/>
              <a:chExt cx="201168" cy="201168"/>
            </a:xfrm>
          </p:grpSpPr>
          <p:sp>
            <p:nvSpPr>
              <p:cNvPr id="187" name="Shape 15">
                <a:extLst>
                  <a:ext uri="{FF2B5EF4-FFF2-40B4-BE49-F238E27FC236}">
                    <a16:creationId xmlns:a16="http://schemas.microsoft.com/office/drawing/2014/main" id="{0E3D6681-0DDA-9D67-D6A0-B74F9A4FA48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Shape 16">
                <a:extLst>
                  <a:ext uri="{FF2B5EF4-FFF2-40B4-BE49-F238E27FC236}">
                    <a16:creationId xmlns:a16="http://schemas.microsoft.com/office/drawing/2014/main" id="{4DAAEB6D-E162-D8AB-A8DE-8232F95CC4D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2C3B962-63E8-600E-DDFB-B86FADB8436D}"/>
              </a:ext>
            </a:extLst>
          </p:cNvPr>
          <p:cNvGrpSpPr/>
          <p:nvPr/>
        </p:nvGrpSpPr>
        <p:grpSpPr>
          <a:xfrm>
            <a:off x="3816517" y="2044600"/>
            <a:ext cx="1704802" cy="1008947"/>
            <a:chOff x="5512572" y="834495"/>
            <a:chExt cx="2219568" cy="1303224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DDC5F1F8-206F-67C7-D962-2CDC1EAEE680}"/>
                </a:ext>
              </a:extLst>
            </p:cNvPr>
            <p:cNvGrpSpPr/>
            <p:nvPr/>
          </p:nvGrpSpPr>
          <p:grpSpPr>
            <a:xfrm>
              <a:off x="7019838" y="1167407"/>
              <a:ext cx="179025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F1AE5994-4DC1-CE0D-CD77-E9115D0A6958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3101C30B-FDB7-AF77-E18A-F7D02C3D4DB1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BAB490D-C246-6336-D359-E170AFFA2D82}"/>
                </a:ext>
              </a:extLst>
            </p:cNvPr>
            <p:cNvSpPr txBox="1"/>
            <p:nvPr/>
          </p:nvSpPr>
          <p:spPr>
            <a:xfrm>
              <a:off x="6165693" y="834495"/>
              <a:ext cx="1566447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9CD148C5-17AB-CC34-CCA3-0F6702E49D3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70" y="1200193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9C578FD7-4008-D2F6-45B3-A8036EB76E9C}"/>
                </a:ext>
              </a:extLst>
            </p:cNvPr>
            <p:cNvGrpSpPr/>
            <p:nvPr/>
          </p:nvGrpSpPr>
          <p:grpSpPr>
            <a:xfrm>
              <a:off x="6209427" y="1482458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176BA3BF-FABD-C3BC-2D98-B1548FE0B90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3364FDB0-24BE-FDD8-4718-9C1B317A289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765800D8-AAA2-12F4-4E96-9218B83591AC}"/>
                </a:ext>
              </a:extLst>
            </p:cNvPr>
            <p:cNvGrpSpPr/>
            <p:nvPr/>
          </p:nvGrpSpPr>
          <p:grpSpPr>
            <a:xfrm>
              <a:off x="6587620" y="1421814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A1AD1450-5FDA-7C1E-BAE5-C0023EA1BF6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A9A1A06B-0E01-CD55-2584-95DAC4ABE74A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93078588-A683-B090-BCE1-440873F96EFE}"/>
                </a:ext>
              </a:extLst>
            </p:cNvPr>
            <p:cNvGrpSpPr/>
            <p:nvPr/>
          </p:nvGrpSpPr>
          <p:grpSpPr>
            <a:xfrm>
              <a:off x="5754596" y="1914891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E50CBFBF-0D11-6C1C-17A7-2BCD38996173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08EF30B4-AFA2-E503-CECA-B156CA6162B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466FBA2-3AC5-7BDB-042F-EEB8B39D6F9D}"/>
                </a:ext>
              </a:extLst>
            </p:cNvPr>
            <p:cNvGrpSpPr/>
            <p:nvPr/>
          </p:nvGrpSpPr>
          <p:grpSpPr>
            <a:xfrm>
              <a:off x="5512572" y="1636036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7FD9A322-6180-C34C-5660-64656E7AA0E9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7A52ADC0-22EB-ADD3-11AE-9C84F3A8717E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9C3014CD-5EF0-2E8B-D611-4D3D6745F4C8}"/>
                </a:ext>
              </a:extLst>
            </p:cNvPr>
            <p:cNvGrpSpPr/>
            <p:nvPr/>
          </p:nvGrpSpPr>
          <p:grpSpPr>
            <a:xfrm>
              <a:off x="6291319" y="1950869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FDF2EFC0-AE8D-3DDF-F814-7AE6B3625982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2650C282-EC03-9977-9E9F-6F75BFD9C44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B072F60-D0E0-F03E-044A-3F8E1B6F9B77}"/>
                </a:ext>
              </a:extLst>
            </p:cNvPr>
            <p:cNvGrpSpPr/>
            <p:nvPr/>
          </p:nvGrpSpPr>
          <p:grpSpPr>
            <a:xfrm>
              <a:off x="6706480" y="1857444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2738BBE6-CA8C-96E3-D620-D63B44B79DC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DB8F73C0-BF58-51BE-74C3-031696A9479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0584FA94-E72E-FFEE-38EE-3A7F0B621C1B}"/>
                </a:ext>
              </a:extLst>
            </p:cNvPr>
            <p:cNvGrpSpPr/>
            <p:nvPr/>
          </p:nvGrpSpPr>
          <p:grpSpPr>
            <a:xfrm>
              <a:off x="5512572" y="1078604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D98B8C3F-9AC5-5F99-A3FE-444806F3982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E5CF6F15-03A8-A200-2F0B-068F2B184DC3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F2AE0E09-7C9B-8530-A490-8C26D5BD78BF}"/>
                </a:ext>
              </a:extLst>
            </p:cNvPr>
            <p:cNvGrpSpPr/>
            <p:nvPr/>
          </p:nvGrpSpPr>
          <p:grpSpPr>
            <a:xfrm>
              <a:off x="5971477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440A8F5D-2EF1-882C-634D-66A4EFD69F43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31AC08E2-4C6A-1664-E5AC-9EA9B353B588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8F0F4605-0542-7A0D-DD73-09A6F69EEE03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A499F895-B15D-FCB9-72BC-D5042645D1B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40732566-7A11-A98D-DED8-050F93DBE3B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A54B9DA-32C5-1E7B-A211-9FA386A868FB}"/>
              </a:ext>
            </a:extLst>
          </p:cNvPr>
          <p:cNvGrpSpPr/>
          <p:nvPr/>
        </p:nvGrpSpPr>
        <p:grpSpPr>
          <a:xfrm>
            <a:off x="5806941" y="2136904"/>
            <a:ext cx="1435025" cy="997550"/>
            <a:chOff x="753529" y="3465034"/>
            <a:chExt cx="1435025" cy="997550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D9CAD6E6-0102-C697-7D60-283E6E02A8EE}"/>
                </a:ext>
              </a:extLst>
            </p:cNvPr>
            <p:cNvGrpSpPr/>
            <p:nvPr/>
          </p:nvGrpSpPr>
          <p:grpSpPr>
            <a:xfrm>
              <a:off x="1327716" y="3972192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10C715DC-7D0A-7CBF-51F2-456C1D1F0E3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B0CE9103-B110-A0ED-F39F-FB992FAC33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DDC18F0D-8577-6461-E809-195C7124A76D}"/>
                </a:ext>
              </a:extLst>
            </p:cNvPr>
            <p:cNvGrpSpPr/>
            <p:nvPr/>
          </p:nvGrpSpPr>
          <p:grpSpPr>
            <a:xfrm>
              <a:off x="1631405" y="3926806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DB433AFB-646A-2C0A-0B19-7B8DE2640792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F3C53301-7DE2-E7D4-ED00-5EDADD93DE43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EC80ED31-396C-B404-23FD-30B1D1DD2EE4}"/>
                </a:ext>
              </a:extLst>
            </p:cNvPr>
            <p:cNvGrpSpPr/>
            <p:nvPr/>
          </p:nvGrpSpPr>
          <p:grpSpPr>
            <a:xfrm>
              <a:off x="962487" y="4295822"/>
              <a:ext cx="150129" cy="139837"/>
              <a:chOff x="1225296" y="1527048"/>
              <a:chExt cx="201168" cy="201168"/>
            </a:xfrm>
          </p:grpSpPr>
          <p:sp>
            <p:nvSpPr>
              <p:cNvPr id="362" name="Shape 15">
                <a:extLst>
                  <a:ext uri="{FF2B5EF4-FFF2-40B4-BE49-F238E27FC236}">
                    <a16:creationId xmlns:a16="http://schemas.microsoft.com/office/drawing/2014/main" id="{AA9339AB-8D9D-FFE6-F507-2A9386A531C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Shape 16">
                <a:extLst>
                  <a:ext uri="{FF2B5EF4-FFF2-40B4-BE49-F238E27FC236}">
                    <a16:creationId xmlns:a16="http://schemas.microsoft.com/office/drawing/2014/main" id="{B51CF8FA-118A-6D86-1312-451FA6FE236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4C1E9734-CA7B-BD7F-C6F4-40CD440AB061}"/>
                </a:ext>
              </a:extLst>
            </p:cNvPr>
            <p:cNvGrpSpPr/>
            <p:nvPr/>
          </p:nvGrpSpPr>
          <p:grpSpPr>
            <a:xfrm>
              <a:off x="768142" y="4087128"/>
              <a:ext cx="136481" cy="127125"/>
              <a:chOff x="1874520" y="1444752"/>
              <a:chExt cx="182880" cy="182880"/>
            </a:xfrm>
          </p:grpSpPr>
          <p:sp>
            <p:nvSpPr>
              <p:cNvPr id="360" name="Shape 23">
                <a:extLst>
                  <a:ext uri="{FF2B5EF4-FFF2-40B4-BE49-F238E27FC236}">
                    <a16:creationId xmlns:a16="http://schemas.microsoft.com/office/drawing/2014/main" id="{7865FCFC-DA45-626A-9FDB-3309BCE9EE0F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Shape 24">
                <a:extLst>
                  <a:ext uri="{FF2B5EF4-FFF2-40B4-BE49-F238E27FC236}">
                    <a16:creationId xmlns:a16="http://schemas.microsoft.com/office/drawing/2014/main" id="{99DC5AFC-C681-0AA3-809E-368D8577032C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00F60B4F-4300-856F-D498-A66E7F77B4EC}"/>
                </a:ext>
              </a:extLst>
            </p:cNvPr>
            <p:cNvGrpSpPr/>
            <p:nvPr/>
          </p:nvGrpSpPr>
          <p:grpSpPr>
            <a:xfrm>
              <a:off x="1393475" y="4322747"/>
              <a:ext cx="150129" cy="139837"/>
              <a:chOff x="1225296" y="1527048"/>
              <a:chExt cx="201168" cy="201168"/>
            </a:xfrm>
          </p:grpSpPr>
          <p:sp>
            <p:nvSpPr>
              <p:cNvPr id="358" name="Shape 15">
                <a:extLst>
                  <a:ext uri="{FF2B5EF4-FFF2-40B4-BE49-F238E27FC236}">
                    <a16:creationId xmlns:a16="http://schemas.microsoft.com/office/drawing/2014/main" id="{588C630E-9982-8514-510A-EC2B721790D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Shape 16">
                <a:extLst>
                  <a:ext uri="{FF2B5EF4-FFF2-40B4-BE49-F238E27FC236}">
                    <a16:creationId xmlns:a16="http://schemas.microsoft.com/office/drawing/2014/main" id="{7DA951B9-AE9B-089B-67B5-1F947D1A265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0838928-7892-3AAA-AE9D-6040C35905BB}"/>
                </a:ext>
              </a:extLst>
            </p:cNvPr>
            <p:cNvGrpSpPr/>
            <p:nvPr/>
          </p:nvGrpSpPr>
          <p:grpSpPr>
            <a:xfrm>
              <a:off x="1726849" y="4252829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304A3F83-7B81-A9AC-B0E8-35E75E2EDF9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CA782C46-B7AE-531C-982C-323E0CDE824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F61AF679-EB53-9B16-55F8-E213CA5376E8}"/>
                </a:ext>
              </a:extLst>
            </p:cNvPr>
            <p:cNvGrpSpPr/>
            <p:nvPr/>
          </p:nvGrpSpPr>
          <p:grpSpPr>
            <a:xfrm>
              <a:off x="1136642" y="4104105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1D5C864F-64BE-A0C1-5D45-F856D67A9D6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3FD3D180-95EF-A475-694F-90BFE5B7482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2C4D7502-F5C4-7DC9-BA60-771CD561BD4B}"/>
                </a:ext>
              </a:extLst>
            </p:cNvPr>
            <p:cNvGrpSpPr/>
            <p:nvPr/>
          </p:nvGrpSpPr>
          <p:grpSpPr>
            <a:xfrm>
              <a:off x="934509" y="3850531"/>
              <a:ext cx="150129" cy="139837"/>
              <a:chOff x="1225296" y="1527048"/>
              <a:chExt cx="201168" cy="201168"/>
            </a:xfrm>
          </p:grpSpPr>
          <p:sp>
            <p:nvSpPr>
              <p:cNvPr id="352" name="Shape 15">
                <a:extLst>
                  <a:ext uri="{FF2B5EF4-FFF2-40B4-BE49-F238E27FC236}">
                    <a16:creationId xmlns:a16="http://schemas.microsoft.com/office/drawing/2014/main" id="{640E6451-149F-254C-6E01-231D51277B77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Shape 16">
                <a:extLst>
                  <a:ext uri="{FF2B5EF4-FFF2-40B4-BE49-F238E27FC236}">
                    <a16:creationId xmlns:a16="http://schemas.microsoft.com/office/drawing/2014/main" id="{88566C66-CD8C-A430-9792-B854EBE3AEF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F2DC29C7-70C9-6CBF-7A8D-C77B5190167A}"/>
                </a:ext>
              </a:extLst>
            </p:cNvPr>
            <p:cNvGrpSpPr/>
            <p:nvPr/>
          </p:nvGrpSpPr>
          <p:grpSpPr>
            <a:xfrm>
              <a:off x="1894866" y="3892890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91A084A2-E204-FC37-6772-136F34B250B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A9401A38-CA94-8CE0-2BEC-C4D85954A3B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9BF024D1-EB6F-4A14-F029-B968FFA8B501}"/>
                </a:ext>
              </a:extLst>
            </p:cNvPr>
            <p:cNvGrpSpPr/>
            <p:nvPr/>
          </p:nvGrpSpPr>
          <p:grpSpPr>
            <a:xfrm>
              <a:off x="1639004" y="3683126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0AF21DB3-7097-A290-4A9E-5895C8B81C31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E948EA77-5230-E756-5829-34D3DE4834F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3A49F0A8-602F-0D8B-23E9-A5755E26A8E1}"/>
                </a:ext>
              </a:extLst>
            </p:cNvPr>
            <p:cNvGrpSpPr/>
            <p:nvPr/>
          </p:nvGrpSpPr>
          <p:grpSpPr>
            <a:xfrm>
              <a:off x="1920301" y="3648457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B06C90E0-46C5-9C06-8A47-D5CFC2D81172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805F0604-3F71-850B-615F-F0816231461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2574CE83-6FE3-1F94-6CD3-A5078917061D}"/>
                </a:ext>
              </a:extLst>
            </p:cNvPr>
            <p:cNvGrpSpPr/>
            <p:nvPr/>
          </p:nvGrpSpPr>
          <p:grpSpPr>
            <a:xfrm>
              <a:off x="1423499" y="3465034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F001F007-27E8-00B3-57DA-0D519F7C2EA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2DC84032-4464-1B32-3E76-8B4A7682598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E1D38702-F9C7-CD28-831E-4492A8353FB1}"/>
                </a:ext>
              </a:extLst>
            </p:cNvPr>
            <p:cNvGrpSpPr/>
            <p:nvPr/>
          </p:nvGrpSpPr>
          <p:grpSpPr>
            <a:xfrm>
              <a:off x="900954" y="3625500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FFCCABB5-954C-B1D0-CF03-C1B8A2FA0AEF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81E78B80-E8C1-B6EC-4D97-98BC9737C97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DDE7A4B2-31AC-5A48-FDD2-DAB9E69CF373}"/>
                </a:ext>
              </a:extLst>
            </p:cNvPr>
            <p:cNvGrpSpPr/>
            <p:nvPr/>
          </p:nvGrpSpPr>
          <p:grpSpPr>
            <a:xfrm>
              <a:off x="881333" y="3616184"/>
              <a:ext cx="162307" cy="148115"/>
              <a:chOff x="2752253" y="2670772"/>
              <a:chExt cx="218792" cy="256515"/>
            </a:xfrm>
          </p:grpSpPr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B93B0ED2-C341-DCBB-A5CE-4908B0454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0D0A6E8E-58CF-165C-7D66-2817EBBCEF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51D7ADA6-AE02-CA09-8AF4-0DF5D1434213}"/>
                </a:ext>
              </a:extLst>
            </p:cNvPr>
            <p:cNvGrpSpPr/>
            <p:nvPr/>
          </p:nvGrpSpPr>
          <p:grpSpPr>
            <a:xfrm>
              <a:off x="753529" y="4072404"/>
              <a:ext cx="162307" cy="148115"/>
              <a:chOff x="2752253" y="2670772"/>
              <a:chExt cx="218792" cy="256515"/>
            </a:xfrm>
          </p:grpSpPr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0F0C2AE6-495E-653D-CFE4-252E6AC64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D0FBEEC2-5225-4820-897D-6D4655490C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E9479445-29DA-4BE6-A4C8-8D89E136DBA2}"/>
                </a:ext>
              </a:extLst>
            </p:cNvPr>
            <p:cNvGrpSpPr/>
            <p:nvPr/>
          </p:nvGrpSpPr>
          <p:grpSpPr>
            <a:xfrm>
              <a:off x="1605503" y="3910956"/>
              <a:ext cx="162307" cy="148115"/>
              <a:chOff x="2752253" y="2670772"/>
              <a:chExt cx="218792" cy="256515"/>
            </a:xfrm>
          </p:grpSpPr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CEC04705-D002-2DCE-457E-FB92A6D793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76E74411-BE77-7A36-60B2-D5E617944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23F15DCD-DB93-27DA-A2C7-845CF94E683D}"/>
                </a:ext>
              </a:extLst>
            </p:cNvPr>
            <p:cNvGrpSpPr/>
            <p:nvPr/>
          </p:nvGrpSpPr>
          <p:grpSpPr>
            <a:xfrm>
              <a:off x="1308799" y="3708205"/>
              <a:ext cx="150129" cy="139837"/>
              <a:chOff x="1225296" y="1527048"/>
              <a:chExt cx="201168" cy="201168"/>
            </a:xfrm>
          </p:grpSpPr>
          <p:sp>
            <p:nvSpPr>
              <p:cNvPr id="334" name="Shape 15">
                <a:extLst>
                  <a:ext uri="{FF2B5EF4-FFF2-40B4-BE49-F238E27FC236}">
                    <a16:creationId xmlns:a16="http://schemas.microsoft.com/office/drawing/2014/main" id="{B1485218-7B9D-6330-29F8-4961FA08FEB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Shape 16">
                <a:extLst>
                  <a:ext uri="{FF2B5EF4-FFF2-40B4-BE49-F238E27FC236}">
                    <a16:creationId xmlns:a16="http://schemas.microsoft.com/office/drawing/2014/main" id="{E9EC9B26-8389-2B7B-F55E-ED427007CF1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2B50F6E8-7306-82CA-5381-C4B70504F0CA}"/>
                </a:ext>
              </a:extLst>
            </p:cNvPr>
            <p:cNvGrpSpPr/>
            <p:nvPr/>
          </p:nvGrpSpPr>
          <p:grpSpPr>
            <a:xfrm>
              <a:off x="1476298" y="4131532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D57ED78D-4572-55AA-F518-EEA9809EFC1B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A1A31B02-3E60-2A3F-6AFC-CE7FF120DCD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DBE21087-F109-E4CC-4AD1-DDFD544C3DF9}"/>
                </a:ext>
              </a:extLst>
            </p:cNvPr>
            <p:cNvGrpSpPr/>
            <p:nvPr/>
          </p:nvGrpSpPr>
          <p:grpSpPr>
            <a:xfrm>
              <a:off x="2038425" y="4077221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C9A50D87-803B-5213-92B3-906CAD9150F1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1ABCB67B-F35E-6320-F9F9-2DF924F4BC64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593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F0CC3-7937-0827-9E78-C6E8262C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B64220-8152-7313-1644-62B4D31469FB}"/>
              </a:ext>
            </a:extLst>
          </p:cNvPr>
          <p:cNvSpPr/>
          <p:nvPr/>
        </p:nvSpPr>
        <p:spPr>
          <a:xfrm>
            <a:off x="313155" y="257538"/>
            <a:ext cx="8343166" cy="691371"/>
          </a:xfrm>
          <a:prstGeom prst="roundRect">
            <a:avLst>
              <a:gd name="adj" fmla="val 2609"/>
            </a:avLst>
          </a:prstGeom>
          <a:solidFill>
            <a:srgbClr val="F8F8F6"/>
          </a:solidFill>
          <a:ln w="12700">
            <a:solidFill>
              <a:srgbClr val="88878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D88BDD-6785-3C68-3B92-B34CCB460990}"/>
              </a:ext>
            </a:extLst>
          </p:cNvPr>
          <p:cNvSpPr/>
          <p:nvPr/>
        </p:nvSpPr>
        <p:spPr>
          <a:xfrm>
            <a:off x="115822" y="2575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85B282-A339-08AC-B7CB-8BBC4AE79BCD}"/>
              </a:ext>
            </a:extLst>
          </p:cNvPr>
          <p:cNvSpPr/>
          <p:nvPr/>
        </p:nvSpPr>
        <p:spPr>
          <a:xfrm>
            <a:off x="2318281" y="706042"/>
            <a:ext cx="3076664" cy="475505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6AFE34-8B9B-68FC-7308-D6FE365C3BD8}"/>
              </a:ext>
            </a:extLst>
          </p:cNvPr>
          <p:cNvSpPr/>
          <p:nvPr/>
        </p:nvSpPr>
        <p:spPr>
          <a:xfrm>
            <a:off x="2027813" y="635001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algn="ctr"/>
            <a:r>
              <a:rPr kumimoji="0" lang="en-GB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Popula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tionSize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,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Phenotype()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2A02F2-534E-609F-A0EE-38BA5BCAA446}"/>
              </a:ext>
            </a:extLst>
          </p:cNvPr>
          <p:cNvSpPr/>
          <p:nvPr/>
        </p:nvSpPr>
        <p:spPr>
          <a:xfrm>
            <a:off x="3862587" y="1185990"/>
            <a:ext cx="0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37CA42-7F98-2093-6A64-9C52B8F569BF}"/>
              </a:ext>
            </a:extLst>
          </p:cNvPr>
          <p:cNvSpPr/>
          <p:nvPr/>
        </p:nvSpPr>
        <p:spPr>
          <a:xfrm>
            <a:off x="1823902" y="1350792"/>
            <a:ext cx="3746124" cy="772459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CA5F3A-CD1A-4CE6-AE06-4DA67777C702}"/>
              </a:ext>
            </a:extLst>
          </p:cNvPr>
          <p:cNvSpPr/>
          <p:nvPr/>
        </p:nvSpPr>
        <p:spPr>
          <a:xfrm>
            <a:off x="1570613" y="1420829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1.</a:t>
            </a:r>
            <a:r>
              <a:rPr lang="zh-CN" altLang="en-US" sz="1300" b="1" dirty="0"/>
              <a:t> </a:t>
            </a:r>
            <a:r>
              <a:rPr lang="en-US" sz="1300" b="1" dirty="0"/>
              <a:t>Integrate ecological dynamics</a:t>
            </a:r>
          </a:p>
          <a:p>
            <a:pPr algn="ctr"/>
            <a:r>
              <a:rPr lang="en-US" sz="1200" u="sng" dirty="0"/>
              <a:t>*</a:t>
            </a:r>
            <a:r>
              <a:rPr lang="en-GB" altLang="zh-CN" sz="1200" u="sng" dirty="0"/>
              <a:t>any model class accepted</a:t>
            </a:r>
            <a:endParaRPr lang="en-US" sz="1200" u="sng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E0AFE92-30E5-0607-9864-DB06AF58F227}"/>
              </a:ext>
            </a:extLst>
          </p:cNvPr>
          <p:cNvSpPr/>
          <p:nvPr/>
        </p:nvSpPr>
        <p:spPr>
          <a:xfrm>
            <a:off x="3856613" y="2210288"/>
            <a:ext cx="0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D6DC0E8-991A-5604-D092-6E4B43A9B5D1}"/>
              </a:ext>
            </a:extLst>
          </p:cNvPr>
          <p:cNvSpPr/>
          <p:nvPr/>
        </p:nvSpPr>
        <p:spPr>
          <a:xfrm>
            <a:off x="1823901" y="2586688"/>
            <a:ext cx="6121173" cy="492280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AEDCAE4-7703-DEFC-8834-6CDA1AAC6F92}"/>
              </a:ext>
            </a:extLst>
          </p:cNvPr>
          <p:cNvSpPr/>
          <p:nvPr/>
        </p:nvSpPr>
        <p:spPr>
          <a:xfrm>
            <a:off x="1733174" y="251509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2. Introduce mutant</a:t>
            </a:r>
          </a:p>
          <a:p>
            <a:pPr algn="ctr"/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Trait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2F03915-00F8-ED89-021C-44700D6A013C}"/>
              </a:ext>
            </a:extLst>
          </p:cNvPr>
          <p:cNvSpPr/>
          <p:nvPr/>
        </p:nvSpPr>
        <p:spPr>
          <a:xfrm>
            <a:off x="4313814" y="3017520"/>
            <a:ext cx="0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7F8446D-6CFA-1DE9-E4D0-D3B2A20D2961}"/>
              </a:ext>
            </a:extLst>
          </p:cNvPr>
          <p:cNvSpPr/>
          <p:nvPr/>
        </p:nvSpPr>
        <p:spPr>
          <a:xfrm>
            <a:off x="2145548" y="3249925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823F899-4A11-D2D6-164B-B62411A761C7}"/>
              </a:ext>
            </a:extLst>
          </p:cNvPr>
          <p:cNvSpPr/>
          <p:nvPr/>
        </p:nvSpPr>
        <p:spPr>
          <a:xfrm>
            <a:off x="2027814" y="3291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B29BDBF-83AD-553E-9ACC-5EC9DC99EF4C}"/>
              </a:ext>
            </a:extLst>
          </p:cNvPr>
          <p:cNvSpPr/>
          <p:nvPr/>
        </p:nvSpPr>
        <p:spPr>
          <a:xfrm>
            <a:off x="1611254" y="3589020"/>
            <a:ext cx="0" cy="182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0629960-90D5-8AD1-C42F-CAF4937568CD}"/>
              </a:ext>
            </a:extLst>
          </p:cNvPr>
          <p:cNvSpPr/>
          <p:nvPr/>
        </p:nvSpPr>
        <p:spPr>
          <a:xfrm>
            <a:off x="788294" y="3771900"/>
            <a:ext cx="8229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21227CE-8AA0-2A4F-1E8B-7CA71A9D99A3}"/>
              </a:ext>
            </a:extLst>
          </p:cNvPr>
          <p:cNvSpPr/>
          <p:nvPr/>
        </p:nvSpPr>
        <p:spPr>
          <a:xfrm>
            <a:off x="788294" y="1851660"/>
            <a:ext cx="0" cy="192024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2092747-0F33-322B-2EA7-12B093BC57A4}"/>
              </a:ext>
            </a:extLst>
          </p:cNvPr>
          <p:cNvSpPr/>
          <p:nvPr/>
        </p:nvSpPr>
        <p:spPr>
          <a:xfrm>
            <a:off x="788294" y="1851660"/>
            <a:ext cx="8229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478C53-38A0-CFBC-F15A-2982EA6F73EA}"/>
              </a:ext>
            </a:extLst>
          </p:cNvPr>
          <p:cNvSpPr/>
          <p:nvPr/>
        </p:nvSpPr>
        <p:spPr>
          <a:xfrm>
            <a:off x="239654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repeat</a:t>
            </a: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FE2FCFE-21A5-CAF8-88A4-2375ACBB4BBF}"/>
              </a:ext>
            </a:extLst>
          </p:cNvPr>
          <p:cNvSpPr/>
          <p:nvPr/>
        </p:nvSpPr>
        <p:spPr>
          <a:xfrm>
            <a:off x="4313814" y="3886200"/>
            <a:ext cx="0" cy="27432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EBBEFD5-D352-C6DC-0B95-B09ECC26F50F}"/>
              </a:ext>
            </a:extLst>
          </p:cNvPr>
          <p:cNvSpPr/>
          <p:nvPr/>
        </p:nvSpPr>
        <p:spPr>
          <a:xfrm>
            <a:off x="2667894" y="4638040"/>
            <a:ext cx="3291840" cy="566928"/>
          </a:xfrm>
          <a:prstGeom prst="roundRect">
            <a:avLst>
              <a:gd name="adj" fmla="val 12903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19050">
            <a:solidFill>
              <a:srgbClr val="534AB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16E9D58-016B-C3CC-C166-4E75FF43F68E}"/>
              </a:ext>
            </a:extLst>
          </p:cNvPr>
          <p:cNvSpPr/>
          <p:nvPr/>
        </p:nvSpPr>
        <p:spPr>
          <a:xfrm>
            <a:off x="2667894" y="4262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/>
              <a:t>EvoHistory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h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ory:[]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A39C281-5313-B27B-E568-8DB7AB7D21F1}"/>
              </a:ext>
            </a:extLst>
          </p:cNvPr>
          <p:cNvGrpSpPr/>
          <p:nvPr/>
        </p:nvGrpSpPr>
        <p:grpSpPr>
          <a:xfrm>
            <a:off x="6876310" y="4078351"/>
            <a:ext cx="1277978" cy="939018"/>
            <a:chOff x="4983480" y="3255264"/>
            <a:chExt cx="1773936" cy="1316736"/>
          </a:xfrm>
        </p:grpSpPr>
        <p:sp>
          <p:nvSpPr>
            <p:cNvPr id="133" name="Shape 103">
              <a:extLst>
                <a:ext uri="{FF2B5EF4-FFF2-40B4-BE49-F238E27FC236}">
                  <a16:creationId xmlns:a16="http://schemas.microsoft.com/office/drawing/2014/main" id="{FB729F85-4BE3-4ABA-40ED-5C308D46E567}"/>
                </a:ext>
              </a:extLst>
            </p:cNvPr>
            <p:cNvSpPr/>
            <p:nvPr/>
          </p:nvSpPr>
          <p:spPr>
            <a:xfrm>
              <a:off x="5093208" y="3950208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104">
              <a:extLst>
                <a:ext uri="{FF2B5EF4-FFF2-40B4-BE49-F238E27FC236}">
                  <a16:creationId xmlns:a16="http://schemas.microsoft.com/office/drawing/2014/main" id="{02F6A318-F9CA-0388-25CC-999A2A1F92EE}"/>
                </a:ext>
              </a:extLst>
            </p:cNvPr>
            <p:cNvSpPr/>
            <p:nvPr/>
          </p:nvSpPr>
          <p:spPr>
            <a:xfrm>
              <a:off x="5164531" y="4021531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Shape 105">
              <a:extLst>
                <a:ext uri="{FF2B5EF4-FFF2-40B4-BE49-F238E27FC236}">
                  <a16:creationId xmlns:a16="http://schemas.microsoft.com/office/drawing/2014/main" id="{CD980972-D739-71F6-3DFF-C64F3ED5CA16}"/>
                </a:ext>
              </a:extLst>
            </p:cNvPr>
            <p:cNvSpPr/>
            <p:nvPr/>
          </p:nvSpPr>
          <p:spPr>
            <a:xfrm>
              <a:off x="5568696" y="3694176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Shape 106">
              <a:extLst>
                <a:ext uri="{FF2B5EF4-FFF2-40B4-BE49-F238E27FC236}">
                  <a16:creationId xmlns:a16="http://schemas.microsoft.com/office/drawing/2014/main" id="{37545A8D-63F6-87B1-FB01-365D9874F6EB}"/>
                </a:ext>
              </a:extLst>
            </p:cNvPr>
            <p:cNvSpPr/>
            <p:nvPr/>
          </p:nvSpPr>
          <p:spPr>
            <a:xfrm>
              <a:off x="5629046" y="3754526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107">
              <a:extLst>
                <a:ext uri="{FF2B5EF4-FFF2-40B4-BE49-F238E27FC236}">
                  <a16:creationId xmlns:a16="http://schemas.microsoft.com/office/drawing/2014/main" id="{5AB9D8C1-09FE-DBE0-F55F-478B876C3CFE}"/>
                </a:ext>
              </a:extLst>
            </p:cNvPr>
            <p:cNvSpPr/>
            <p:nvPr/>
          </p:nvSpPr>
          <p:spPr>
            <a:xfrm>
              <a:off x="5404104" y="4306824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108">
              <a:extLst>
                <a:ext uri="{FF2B5EF4-FFF2-40B4-BE49-F238E27FC236}">
                  <a16:creationId xmlns:a16="http://schemas.microsoft.com/office/drawing/2014/main" id="{25B3E225-68B1-DD88-D05B-7A51B4BF3585}"/>
                </a:ext>
              </a:extLst>
            </p:cNvPr>
            <p:cNvSpPr/>
            <p:nvPr/>
          </p:nvSpPr>
          <p:spPr>
            <a:xfrm>
              <a:off x="5453482" y="4356202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09">
              <a:extLst>
                <a:ext uri="{FF2B5EF4-FFF2-40B4-BE49-F238E27FC236}">
                  <a16:creationId xmlns:a16="http://schemas.microsoft.com/office/drawing/2014/main" id="{D45A2D2F-A738-9E56-696D-337B4863D612}"/>
                </a:ext>
              </a:extLst>
            </p:cNvPr>
            <p:cNvSpPr/>
            <p:nvPr/>
          </p:nvSpPr>
          <p:spPr>
            <a:xfrm>
              <a:off x="5925312" y="3822192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10">
              <a:extLst>
                <a:ext uri="{FF2B5EF4-FFF2-40B4-BE49-F238E27FC236}">
                  <a16:creationId xmlns:a16="http://schemas.microsoft.com/office/drawing/2014/main" id="{5110C5C2-7841-7F58-4A04-069B009A7F4A}"/>
                </a:ext>
              </a:extLst>
            </p:cNvPr>
            <p:cNvSpPr/>
            <p:nvPr/>
          </p:nvSpPr>
          <p:spPr>
            <a:xfrm>
              <a:off x="5991149" y="3888029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111">
              <a:extLst>
                <a:ext uri="{FF2B5EF4-FFF2-40B4-BE49-F238E27FC236}">
                  <a16:creationId xmlns:a16="http://schemas.microsoft.com/office/drawing/2014/main" id="{3CEE954D-10DA-42FA-6FE4-D48655FDDF4E}"/>
                </a:ext>
              </a:extLst>
            </p:cNvPr>
            <p:cNvSpPr/>
            <p:nvPr/>
          </p:nvSpPr>
          <p:spPr>
            <a:xfrm>
              <a:off x="4983480" y="4389120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112">
              <a:extLst>
                <a:ext uri="{FF2B5EF4-FFF2-40B4-BE49-F238E27FC236}">
                  <a16:creationId xmlns:a16="http://schemas.microsoft.com/office/drawing/2014/main" id="{79CBAADB-63AB-D1AF-D86F-E77A450DF65C}"/>
                </a:ext>
              </a:extLst>
            </p:cNvPr>
            <p:cNvSpPr/>
            <p:nvPr/>
          </p:nvSpPr>
          <p:spPr>
            <a:xfrm>
              <a:off x="5038344" y="4443984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113">
              <a:extLst>
                <a:ext uri="{FF2B5EF4-FFF2-40B4-BE49-F238E27FC236}">
                  <a16:creationId xmlns:a16="http://schemas.microsoft.com/office/drawing/2014/main" id="{2EF0FFCF-C199-9136-839C-10F5D7787E3F}"/>
                </a:ext>
              </a:extLst>
            </p:cNvPr>
            <p:cNvSpPr/>
            <p:nvPr/>
          </p:nvSpPr>
          <p:spPr>
            <a:xfrm>
              <a:off x="6217920" y="3611880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114">
              <a:extLst>
                <a:ext uri="{FF2B5EF4-FFF2-40B4-BE49-F238E27FC236}">
                  <a16:creationId xmlns:a16="http://schemas.microsoft.com/office/drawing/2014/main" id="{D902156C-797C-4A5C-CA98-F7DE587A87D7}"/>
                </a:ext>
              </a:extLst>
            </p:cNvPr>
            <p:cNvSpPr/>
            <p:nvPr/>
          </p:nvSpPr>
          <p:spPr>
            <a:xfrm>
              <a:off x="6272784" y="3666744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115">
              <a:extLst>
                <a:ext uri="{FF2B5EF4-FFF2-40B4-BE49-F238E27FC236}">
                  <a16:creationId xmlns:a16="http://schemas.microsoft.com/office/drawing/2014/main" id="{02E992F3-A7B8-DCC0-A9D3-16C6956938DC}"/>
                </a:ext>
              </a:extLst>
            </p:cNvPr>
            <p:cNvSpPr/>
            <p:nvPr/>
          </p:nvSpPr>
          <p:spPr>
            <a:xfrm>
              <a:off x="5779008" y="4407408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116">
              <a:extLst>
                <a:ext uri="{FF2B5EF4-FFF2-40B4-BE49-F238E27FC236}">
                  <a16:creationId xmlns:a16="http://schemas.microsoft.com/office/drawing/2014/main" id="{F875930B-E72C-17B0-D321-9B13EA653CD1}"/>
                </a:ext>
              </a:extLst>
            </p:cNvPr>
            <p:cNvSpPr/>
            <p:nvPr/>
          </p:nvSpPr>
          <p:spPr>
            <a:xfrm>
              <a:off x="5822899" y="4451299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117">
              <a:extLst>
                <a:ext uri="{FF2B5EF4-FFF2-40B4-BE49-F238E27FC236}">
                  <a16:creationId xmlns:a16="http://schemas.microsoft.com/office/drawing/2014/main" id="{813E5EF7-F504-B8A5-1ADD-44BA4C6B5438}"/>
                </a:ext>
              </a:extLst>
            </p:cNvPr>
            <p:cNvSpPr/>
            <p:nvPr/>
          </p:nvSpPr>
          <p:spPr>
            <a:xfrm>
              <a:off x="6409944" y="4123944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118">
              <a:extLst>
                <a:ext uri="{FF2B5EF4-FFF2-40B4-BE49-F238E27FC236}">
                  <a16:creationId xmlns:a16="http://schemas.microsoft.com/office/drawing/2014/main" id="{10662C65-DEDB-E187-C0D3-FFD79523CE69}"/>
                </a:ext>
              </a:extLst>
            </p:cNvPr>
            <p:cNvSpPr/>
            <p:nvPr/>
          </p:nvSpPr>
          <p:spPr>
            <a:xfrm>
              <a:off x="6459322" y="4173322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119">
              <a:extLst>
                <a:ext uri="{FF2B5EF4-FFF2-40B4-BE49-F238E27FC236}">
                  <a16:creationId xmlns:a16="http://schemas.microsoft.com/office/drawing/2014/main" id="{1050B718-143D-4096-1306-16F9FB5D6369}"/>
                </a:ext>
              </a:extLst>
            </p:cNvPr>
            <p:cNvSpPr/>
            <p:nvPr/>
          </p:nvSpPr>
          <p:spPr>
            <a:xfrm>
              <a:off x="5312664" y="3483864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120">
              <a:extLst>
                <a:ext uri="{FF2B5EF4-FFF2-40B4-BE49-F238E27FC236}">
                  <a16:creationId xmlns:a16="http://schemas.microsoft.com/office/drawing/2014/main" id="{D46C8A60-83D1-4797-3C7C-E37B08EFF0EB}"/>
                </a:ext>
              </a:extLst>
            </p:cNvPr>
            <p:cNvSpPr/>
            <p:nvPr/>
          </p:nvSpPr>
          <p:spPr>
            <a:xfrm>
              <a:off x="5362042" y="3533242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121">
              <a:extLst>
                <a:ext uri="{FF2B5EF4-FFF2-40B4-BE49-F238E27FC236}">
                  <a16:creationId xmlns:a16="http://schemas.microsoft.com/office/drawing/2014/main" id="{DDF248B3-5946-D265-8655-B7328F734C92}"/>
                </a:ext>
              </a:extLst>
            </p:cNvPr>
            <p:cNvSpPr/>
            <p:nvPr/>
          </p:nvSpPr>
          <p:spPr>
            <a:xfrm>
              <a:off x="6501384" y="3255264"/>
              <a:ext cx="256032" cy="256032"/>
            </a:xfrm>
            <a:prstGeom prst="ellipse">
              <a:avLst/>
            </a:prstGeom>
            <a:solidFill>
              <a:srgbClr val="FBEAF0"/>
            </a:solidFill>
            <a:ln w="2286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Shape 122">
              <a:extLst>
                <a:ext uri="{FF2B5EF4-FFF2-40B4-BE49-F238E27FC236}">
                  <a16:creationId xmlns:a16="http://schemas.microsoft.com/office/drawing/2014/main" id="{90AD8281-654A-F08A-77BC-8E6A44A50CED}"/>
                </a:ext>
              </a:extLst>
            </p:cNvPr>
            <p:cNvSpPr/>
            <p:nvPr/>
          </p:nvSpPr>
          <p:spPr>
            <a:xfrm>
              <a:off x="6578194" y="3332074"/>
              <a:ext cx="102413" cy="102413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2DE122DD-9F70-AD37-3006-29FF19841467}"/>
              </a:ext>
            </a:extLst>
          </p:cNvPr>
          <p:cNvSpPr txBox="1"/>
          <p:nvPr/>
        </p:nvSpPr>
        <p:spPr>
          <a:xfrm>
            <a:off x="7608711" y="12756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5B7BBF5-4E48-8479-F81A-AB4DC3E27186}"/>
              </a:ext>
            </a:extLst>
          </p:cNvPr>
          <p:cNvSpPr txBox="1"/>
          <p:nvPr/>
        </p:nvSpPr>
        <p:spPr>
          <a:xfrm>
            <a:off x="4230622" y="3916680"/>
            <a:ext cx="8738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evolve()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B70D262-C4C5-0A93-1211-E6BA0617E0CB}"/>
              </a:ext>
            </a:extLst>
          </p:cNvPr>
          <p:cNvSpPr txBox="1"/>
          <p:nvPr/>
        </p:nvSpPr>
        <p:spPr>
          <a:xfrm>
            <a:off x="244815" y="1447363"/>
            <a:ext cx="1579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Evolutionary</a:t>
            </a:r>
            <a:r>
              <a:rPr lang="zh-CN" altLang="en-US" sz="1400" dirty="0"/>
              <a:t> </a:t>
            </a:r>
            <a:r>
              <a:rPr lang="en-US" altLang="zh-CN" sz="1400" dirty="0"/>
              <a:t>phase</a:t>
            </a:r>
            <a:endParaRPr lang="en-US" sz="1400" dirty="0"/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652E5F8-6752-7FAA-DE37-7EB656F51A00}"/>
              </a:ext>
            </a:extLst>
          </p:cNvPr>
          <p:cNvGrpSpPr/>
          <p:nvPr/>
        </p:nvGrpSpPr>
        <p:grpSpPr>
          <a:xfrm>
            <a:off x="6741611" y="1455282"/>
            <a:ext cx="1402952" cy="1017760"/>
            <a:chOff x="5511146" y="567560"/>
            <a:chExt cx="1920240" cy="1508234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3C0906F8-156C-ED67-A5AA-90F080EF7322}"/>
                </a:ext>
              </a:extLst>
            </p:cNvPr>
            <p:cNvGrpSpPr/>
            <p:nvPr/>
          </p:nvGrpSpPr>
          <p:grpSpPr>
            <a:xfrm>
              <a:off x="5511146" y="662834"/>
              <a:ext cx="1920240" cy="1280160"/>
              <a:chOff x="4855464" y="1261872"/>
              <a:chExt cx="1920240" cy="1280160"/>
            </a:xfrm>
          </p:grpSpPr>
          <p:sp>
            <p:nvSpPr>
              <p:cNvPr id="203" name="Shape 37">
                <a:extLst>
                  <a:ext uri="{FF2B5EF4-FFF2-40B4-BE49-F238E27FC236}">
                    <a16:creationId xmlns:a16="http://schemas.microsoft.com/office/drawing/2014/main" id="{2DF2822A-AB7A-836B-6375-57CB8B13FB9D}"/>
                  </a:ext>
                </a:extLst>
              </p:cNvPr>
              <p:cNvSpPr/>
              <p:nvPr/>
            </p:nvSpPr>
            <p:spPr>
              <a:xfrm>
                <a:off x="5093208" y="1783080"/>
                <a:ext cx="237744" cy="237744"/>
              </a:xfrm>
              <a:prstGeom prst="ellipse">
                <a:avLst/>
              </a:prstGeom>
              <a:solidFill>
                <a:srgbClr val="9FE1CB"/>
              </a:solidFill>
              <a:ln w="9525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Shape 38">
                <a:extLst>
                  <a:ext uri="{FF2B5EF4-FFF2-40B4-BE49-F238E27FC236}">
                    <a16:creationId xmlns:a16="http://schemas.microsoft.com/office/drawing/2014/main" id="{A5D9C37B-7D54-8900-9BC8-71DFBADAA2CB}"/>
                  </a:ext>
                </a:extLst>
              </p:cNvPr>
              <p:cNvSpPr/>
              <p:nvPr/>
            </p:nvSpPr>
            <p:spPr>
              <a:xfrm>
                <a:off x="5164531" y="1854403"/>
                <a:ext cx="95098" cy="95098"/>
              </a:xfrm>
              <a:prstGeom prst="ellipse">
                <a:avLst/>
              </a:prstGeom>
              <a:solidFill>
                <a:srgbClr val="0F6E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Shape 39">
                <a:extLst>
                  <a:ext uri="{FF2B5EF4-FFF2-40B4-BE49-F238E27FC236}">
                    <a16:creationId xmlns:a16="http://schemas.microsoft.com/office/drawing/2014/main" id="{6091951B-B3F3-CC03-7E5E-47339426F444}"/>
                  </a:ext>
                </a:extLst>
              </p:cNvPr>
              <p:cNvSpPr/>
              <p:nvPr/>
            </p:nvSpPr>
            <p:spPr>
              <a:xfrm>
                <a:off x="55686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Shape 40">
                <a:extLst>
                  <a:ext uri="{FF2B5EF4-FFF2-40B4-BE49-F238E27FC236}">
                    <a16:creationId xmlns:a16="http://schemas.microsoft.com/office/drawing/2014/main" id="{C7252814-900B-837C-AA46-ACCA35DEA642}"/>
                  </a:ext>
                </a:extLst>
              </p:cNvPr>
              <p:cNvSpPr/>
              <p:nvPr/>
            </p:nvSpPr>
            <p:spPr>
              <a:xfrm>
                <a:off x="56290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Shape 41">
                <a:extLst>
                  <a:ext uri="{FF2B5EF4-FFF2-40B4-BE49-F238E27FC236}">
                    <a16:creationId xmlns:a16="http://schemas.microsoft.com/office/drawing/2014/main" id="{964C6A8C-0E62-D252-AC81-F190DED0C01F}"/>
                  </a:ext>
                </a:extLst>
              </p:cNvPr>
              <p:cNvSpPr/>
              <p:nvPr/>
            </p:nvSpPr>
            <p:spPr>
              <a:xfrm>
                <a:off x="5404104" y="2139696"/>
                <a:ext cx="164592" cy="164592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Shape 42">
                <a:extLst>
                  <a:ext uri="{FF2B5EF4-FFF2-40B4-BE49-F238E27FC236}">
                    <a16:creationId xmlns:a16="http://schemas.microsoft.com/office/drawing/2014/main" id="{B0126AA8-2A96-C19A-41EE-AB95CA6F513D}"/>
                  </a:ext>
                </a:extLst>
              </p:cNvPr>
              <p:cNvSpPr/>
              <p:nvPr/>
            </p:nvSpPr>
            <p:spPr>
              <a:xfrm>
                <a:off x="5453482" y="2189074"/>
                <a:ext cx="65837" cy="65837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Shape 43">
                <a:extLst>
                  <a:ext uri="{FF2B5EF4-FFF2-40B4-BE49-F238E27FC236}">
                    <a16:creationId xmlns:a16="http://schemas.microsoft.com/office/drawing/2014/main" id="{071A2893-B073-DAE5-16B6-996026FFC6EB}"/>
                  </a:ext>
                </a:extLst>
              </p:cNvPr>
              <p:cNvSpPr/>
              <p:nvPr/>
            </p:nvSpPr>
            <p:spPr>
              <a:xfrm>
                <a:off x="5925312" y="1655064"/>
                <a:ext cx="219456" cy="219456"/>
              </a:xfrm>
              <a:prstGeom prst="ellipse">
                <a:avLst/>
              </a:prstGeom>
              <a:solidFill>
                <a:srgbClr val="9FE1CB"/>
              </a:solidFill>
              <a:ln w="9525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Shape 44">
                <a:extLst>
                  <a:ext uri="{FF2B5EF4-FFF2-40B4-BE49-F238E27FC236}">
                    <a16:creationId xmlns:a16="http://schemas.microsoft.com/office/drawing/2014/main" id="{C0A98E52-81B7-7E42-07C4-BB0EDEB0DBCF}"/>
                  </a:ext>
                </a:extLst>
              </p:cNvPr>
              <p:cNvSpPr/>
              <p:nvPr/>
            </p:nvSpPr>
            <p:spPr>
              <a:xfrm>
                <a:off x="5991149" y="1720901"/>
                <a:ext cx="87782" cy="87782"/>
              </a:xfrm>
              <a:prstGeom prst="ellipse">
                <a:avLst/>
              </a:prstGeom>
              <a:solidFill>
                <a:srgbClr val="0F6E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Shape 45">
                <a:extLst>
                  <a:ext uri="{FF2B5EF4-FFF2-40B4-BE49-F238E27FC236}">
                    <a16:creationId xmlns:a16="http://schemas.microsoft.com/office/drawing/2014/main" id="{4C5FDBDF-38E6-107E-BFC5-F314B26CACDA}"/>
                  </a:ext>
                </a:extLst>
              </p:cNvPr>
              <p:cNvSpPr/>
              <p:nvPr/>
            </p:nvSpPr>
            <p:spPr>
              <a:xfrm>
                <a:off x="4983480" y="2221992"/>
                <a:ext cx="182880" cy="182880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Shape 46">
                <a:extLst>
                  <a:ext uri="{FF2B5EF4-FFF2-40B4-BE49-F238E27FC236}">
                    <a16:creationId xmlns:a16="http://schemas.microsoft.com/office/drawing/2014/main" id="{60574F15-62F2-2770-1220-8BE9D8BB81DA}"/>
                  </a:ext>
                </a:extLst>
              </p:cNvPr>
              <p:cNvSpPr/>
              <p:nvPr/>
            </p:nvSpPr>
            <p:spPr>
              <a:xfrm>
                <a:off x="5038344" y="2276856"/>
                <a:ext cx="73152" cy="73152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Shape 47">
                <a:extLst>
                  <a:ext uri="{FF2B5EF4-FFF2-40B4-BE49-F238E27FC236}">
                    <a16:creationId xmlns:a16="http://schemas.microsoft.com/office/drawing/2014/main" id="{082C8055-7A21-147D-9A1F-A7C0DC01549B}"/>
                  </a:ext>
                </a:extLst>
              </p:cNvPr>
              <p:cNvSpPr/>
              <p:nvPr/>
            </p:nvSpPr>
            <p:spPr>
              <a:xfrm>
                <a:off x="62179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Shape 48">
                <a:extLst>
                  <a:ext uri="{FF2B5EF4-FFF2-40B4-BE49-F238E27FC236}">
                    <a16:creationId xmlns:a16="http://schemas.microsoft.com/office/drawing/2014/main" id="{FD13B4B2-F3B7-534C-AD87-3DA2B35E999C}"/>
                  </a:ext>
                </a:extLst>
              </p:cNvPr>
              <p:cNvSpPr/>
              <p:nvPr/>
            </p:nvSpPr>
            <p:spPr>
              <a:xfrm>
                <a:off x="62727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Shape 49">
                <a:extLst>
                  <a:ext uri="{FF2B5EF4-FFF2-40B4-BE49-F238E27FC236}">
                    <a16:creationId xmlns:a16="http://schemas.microsoft.com/office/drawing/2014/main" id="{04AF6E35-3674-1D8C-E8BC-42BDD2B191C9}"/>
                  </a:ext>
                </a:extLst>
              </p:cNvPr>
              <p:cNvSpPr/>
              <p:nvPr/>
            </p:nvSpPr>
            <p:spPr>
              <a:xfrm>
                <a:off x="5779008" y="2240280"/>
                <a:ext cx="146304" cy="146304"/>
              </a:xfrm>
              <a:prstGeom prst="ellipse">
                <a:avLst/>
              </a:prstGeom>
              <a:solidFill>
                <a:srgbClr val="9FE1CB"/>
              </a:solidFill>
              <a:ln w="9525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Shape 50">
                <a:extLst>
                  <a:ext uri="{FF2B5EF4-FFF2-40B4-BE49-F238E27FC236}">
                    <a16:creationId xmlns:a16="http://schemas.microsoft.com/office/drawing/2014/main" id="{6777DB09-F942-3CD8-24F2-52BC1428197A}"/>
                  </a:ext>
                </a:extLst>
              </p:cNvPr>
              <p:cNvSpPr/>
              <p:nvPr/>
            </p:nvSpPr>
            <p:spPr>
              <a:xfrm>
                <a:off x="5822899" y="2284171"/>
                <a:ext cx="58522" cy="58522"/>
              </a:xfrm>
              <a:prstGeom prst="ellipse">
                <a:avLst/>
              </a:prstGeom>
              <a:solidFill>
                <a:srgbClr val="0F6E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Shape 51">
                <a:extLst>
                  <a:ext uri="{FF2B5EF4-FFF2-40B4-BE49-F238E27FC236}">
                    <a16:creationId xmlns:a16="http://schemas.microsoft.com/office/drawing/2014/main" id="{3E15E786-66BC-7219-3F5C-3C1CB72AF315}"/>
                  </a:ext>
                </a:extLst>
              </p:cNvPr>
              <p:cNvSpPr/>
              <p:nvPr/>
            </p:nvSpPr>
            <p:spPr>
              <a:xfrm>
                <a:off x="6409944" y="1956816"/>
                <a:ext cx="164592" cy="164592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Shape 52">
                <a:extLst>
                  <a:ext uri="{FF2B5EF4-FFF2-40B4-BE49-F238E27FC236}">
                    <a16:creationId xmlns:a16="http://schemas.microsoft.com/office/drawing/2014/main" id="{03964690-02FF-F953-37AB-1454A41BFBB5}"/>
                  </a:ext>
                </a:extLst>
              </p:cNvPr>
              <p:cNvSpPr/>
              <p:nvPr/>
            </p:nvSpPr>
            <p:spPr>
              <a:xfrm>
                <a:off x="6459322" y="2006194"/>
                <a:ext cx="65837" cy="6583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Shape 53">
                <a:extLst>
                  <a:ext uri="{FF2B5EF4-FFF2-40B4-BE49-F238E27FC236}">
                    <a16:creationId xmlns:a16="http://schemas.microsoft.com/office/drawing/2014/main" id="{98EFD8D9-F631-F13C-82E7-C4982A3D719D}"/>
                  </a:ext>
                </a:extLst>
              </p:cNvPr>
              <p:cNvSpPr/>
              <p:nvPr/>
            </p:nvSpPr>
            <p:spPr>
              <a:xfrm>
                <a:off x="5312664" y="1316736"/>
                <a:ext cx="164592" cy="164592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Shape 54">
                <a:extLst>
                  <a:ext uri="{FF2B5EF4-FFF2-40B4-BE49-F238E27FC236}">
                    <a16:creationId xmlns:a16="http://schemas.microsoft.com/office/drawing/2014/main" id="{6ED0D509-A297-895F-91C7-DC4F077C157B}"/>
                  </a:ext>
                </a:extLst>
              </p:cNvPr>
              <p:cNvSpPr/>
              <p:nvPr/>
            </p:nvSpPr>
            <p:spPr>
              <a:xfrm>
                <a:off x="5362042" y="1366114"/>
                <a:ext cx="65837" cy="65837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Shape 55">
                <a:extLst>
                  <a:ext uri="{FF2B5EF4-FFF2-40B4-BE49-F238E27FC236}">
                    <a16:creationId xmlns:a16="http://schemas.microsoft.com/office/drawing/2014/main" id="{13FD9470-F7C8-1BC5-FE29-1477CB2E5445}"/>
                  </a:ext>
                </a:extLst>
              </p:cNvPr>
              <p:cNvSpPr/>
              <p:nvPr/>
            </p:nvSpPr>
            <p:spPr>
              <a:xfrm>
                <a:off x="4855464" y="1773936"/>
                <a:ext cx="164592" cy="164592"/>
              </a:xfrm>
              <a:prstGeom prst="ellipse">
                <a:avLst/>
              </a:prstGeom>
              <a:solidFill>
                <a:srgbClr val="9FE1CB"/>
              </a:solidFill>
              <a:ln w="9525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Shape 56">
                <a:extLst>
                  <a:ext uri="{FF2B5EF4-FFF2-40B4-BE49-F238E27FC236}">
                    <a16:creationId xmlns:a16="http://schemas.microsoft.com/office/drawing/2014/main" id="{4DC9C750-6763-0CF5-C7B2-5186A84F4180}"/>
                  </a:ext>
                </a:extLst>
              </p:cNvPr>
              <p:cNvSpPr/>
              <p:nvPr/>
            </p:nvSpPr>
            <p:spPr>
              <a:xfrm>
                <a:off x="4904842" y="1823314"/>
                <a:ext cx="65837" cy="65837"/>
              </a:xfrm>
              <a:prstGeom prst="ellipse">
                <a:avLst/>
              </a:prstGeom>
              <a:solidFill>
                <a:srgbClr val="0F6E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Shape 57">
                <a:extLst>
                  <a:ext uri="{FF2B5EF4-FFF2-40B4-BE49-F238E27FC236}">
                    <a16:creationId xmlns:a16="http://schemas.microsoft.com/office/drawing/2014/main" id="{2BF8B5B9-45E3-802F-047F-60F1549C6BFC}"/>
                  </a:ext>
                </a:extLst>
              </p:cNvPr>
              <p:cNvSpPr/>
              <p:nvPr/>
            </p:nvSpPr>
            <p:spPr>
              <a:xfrm>
                <a:off x="6574536" y="1709928"/>
                <a:ext cx="201168" cy="201168"/>
              </a:xfrm>
              <a:prstGeom prst="ellipse">
                <a:avLst/>
              </a:prstGeom>
              <a:solidFill>
                <a:srgbClr val="9FE1CB"/>
              </a:solidFill>
              <a:ln w="9525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Shape 58">
                <a:extLst>
                  <a:ext uri="{FF2B5EF4-FFF2-40B4-BE49-F238E27FC236}">
                    <a16:creationId xmlns:a16="http://schemas.microsoft.com/office/drawing/2014/main" id="{77A8E4F2-DC7D-FB20-3077-7D858A3ADB67}"/>
                  </a:ext>
                </a:extLst>
              </p:cNvPr>
              <p:cNvSpPr/>
              <p:nvPr/>
            </p:nvSpPr>
            <p:spPr>
              <a:xfrm>
                <a:off x="6634886" y="1770278"/>
                <a:ext cx="80467" cy="80467"/>
              </a:xfrm>
              <a:prstGeom prst="ellipse">
                <a:avLst/>
              </a:prstGeom>
              <a:solidFill>
                <a:srgbClr val="0F6E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Shape 59">
                <a:extLst>
                  <a:ext uri="{FF2B5EF4-FFF2-40B4-BE49-F238E27FC236}">
                    <a16:creationId xmlns:a16="http://schemas.microsoft.com/office/drawing/2014/main" id="{360C39BA-D872-A1C1-2BF8-B99A30A43B01}"/>
                  </a:ext>
                </a:extLst>
              </p:cNvPr>
              <p:cNvSpPr/>
              <p:nvPr/>
            </p:nvSpPr>
            <p:spPr>
              <a:xfrm>
                <a:off x="6099048" y="2240280"/>
                <a:ext cx="146304" cy="146304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Shape 60">
                <a:extLst>
                  <a:ext uri="{FF2B5EF4-FFF2-40B4-BE49-F238E27FC236}">
                    <a16:creationId xmlns:a16="http://schemas.microsoft.com/office/drawing/2014/main" id="{B058AA8E-CE33-4971-D3A3-CC51F2FCBEF7}"/>
                  </a:ext>
                </a:extLst>
              </p:cNvPr>
              <p:cNvSpPr/>
              <p:nvPr/>
            </p:nvSpPr>
            <p:spPr>
              <a:xfrm>
                <a:off x="6142939" y="2284171"/>
                <a:ext cx="58522" cy="58522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Shape 61">
                <a:extLst>
                  <a:ext uri="{FF2B5EF4-FFF2-40B4-BE49-F238E27FC236}">
                    <a16:creationId xmlns:a16="http://schemas.microsoft.com/office/drawing/2014/main" id="{C055628E-F502-E48E-AF3D-4E2412772468}"/>
                  </a:ext>
                </a:extLst>
              </p:cNvPr>
              <p:cNvSpPr/>
              <p:nvPr/>
            </p:nvSpPr>
            <p:spPr>
              <a:xfrm>
                <a:off x="55686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27940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Shape 62">
                <a:extLst>
                  <a:ext uri="{FF2B5EF4-FFF2-40B4-BE49-F238E27FC236}">
                    <a16:creationId xmlns:a16="http://schemas.microsoft.com/office/drawing/2014/main" id="{6B5D06B2-D14E-959E-6199-EE8875201280}"/>
                  </a:ext>
                </a:extLst>
              </p:cNvPr>
              <p:cNvSpPr/>
              <p:nvPr/>
            </p:nvSpPr>
            <p:spPr>
              <a:xfrm>
                <a:off x="56290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Shape 63">
                <a:extLst>
                  <a:ext uri="{FF2B5EF4-FFF2-40B4-BE49-F238E27FC236}">
                    <a16:creationId xmlns:a16="http://schemas.microsoft.com/office/drawing/2014/main" id="{2D137BC1-BCB6-C29A-231C-730CD25AE6BB}"/>
                  </a:ext>
                </a:extLst>
              </p:cNvPr>
              <p:cNvSpPr/>
              <p:nvPr/>
            </p:nvSpPr>
            <p:spPr>
              <a:xfrm>
                <a:off x="5404104" y="2139696"/>
                <a:ext cx="164592" cy="164592"/>
              </a:xfrm>
              <a:prstGeom prst="ellipse">
                <a:avLst/>
              </a:prstGeom>
              <a:solidFill>
                <a:srgbClr val="F0997B"/>
              </a:solidFill>
              <a:ln w="2794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Shape 64">
                <a:extLst>
                  <a:ext uri="{FF2B5EF4-FFF2-40B4-BE49-F238E27FC236}">
                    <a16:creationId xmlns:a16="http://schemas.microsoft.com/office/drawing/2014/main" id="{BD8852C0-9DB9-54CF-489F-95F676E8E936}"/>
                  </a:ext>
                </a:extLst>
              </p:cNvPr>
              <p:cNvSpPr/>
              <p:nvPr/>
            </p:nvSpPr>
            <p:spPr>
              <a:xfrm>
                <a:off x="5453482" y="2189074"/>
                <a:ext cx="65837" cy="65837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Shape 65">
                <a:extLst>
                  <a:ext uri="{FF2B5EF4-FFF2-40B4-BE49-F238E27FC236}">
                    <a16:creationId xmlns:a16="http://schemas.microsoft.com/office/drawing/2014/main" id="{C864B2A8-658E-5405-3F44-9991B1DC365D}"/>
                  </a:ext>
                </a:extLst>
              </p:cNvPr>
              <p:cNvSpPr/>
              <p:nvPr/>
            </p:nvSpPr>
            <p:spPr>
              <a:xfrm>
                <a:off x="5925312" y="1655064"/>
                <a:ext cx="219456" cy="219456"/>
              </a:xfrm>
              <a:prstGeom prst="ellipse">
                <a:avLst/>
              </a:prstGeom>
              <a:solidFill>
                <a:srgbClr val="9FE1CB"/>
              </a:solidFill>
              <a:ln w="27940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Shape 66">
                <a:extLst>
                  <a:ext uri="{FF2B5EF4-FFF2-40B4-BE49-F238E27FC236}">
                    <a16:creationId xmlns:a16="http://schemas.microsoft.com/office/drawing/2014/main" id="{44D4AEA0-9F0B-A5C4-524A-37A502EBC1B3}"/>
                  </a:ext>
                </a:extLst>
              </p:cNvPr>
              <p:cNvSpPr/>
              <p:nvPr/>
            </p:nvSpPr>
            <p:spPr>
              <a:xfrm>
                <a:off x="5991149" y="1720901"/>
                <a:ext cx="87782" cy="87782"/>
              </a:xfrm>
              <a:prstGeom prst="ellipse">
                <a:avLst/>
              </a:prstGeom>
              <a:solidFill>
                <a:srgbClr val="0F6E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Shape 67">
                <a:extLst>
                  <a:ext uri="{FF2B5EF4-FFF2-40B4-BE49-F238E27FC236}">
                    <a16:creationId xmlns:a16="http://schemas.microsoft.com/office/drawing/2014/main" id="{ABE93853-9B66-14AE-B37A-28D4EDB8F36C}"/>
                  </a:ext>
                </a:extLst>
              </p:cNvPr>
              <p:cNvSpPr/>
              <p:nvPr/>
            </p:nvSpPr>
            <p:spPr>
              <a:xfrm>
                <a:off x="5852160" y="1261872"/>
                <a:ext cx="91440" cy="91440"/>
              </a:xfrm>
              <a:prstGeom prst="ellipse">
                <a:avLst/>
              </a:prstGeom>
              <a:solidFill>
                <a:srgbClr val="FBEAF0"/>
              </a:solidFill>
              <a:ln w="17780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Shape 68">
                <a:extLst>
                  <a:ext uri="{FF2B5EF4-FFF2-40B4-BE49-F238E27FC236}">
                    <a16:creationId xmlns:a16="http://schemas.microsoft.com/office/drawing/2014/main" id="{8EA6E361-9E51-BD77-560A-11989A005792}"/>
                  </a:ext>
                </a:extLst>
              </p:cNvPr>
              <p:cNvSpPr/>
              <p:nvPr/>
            </p:nvSpPr>
            <p:spPr>
              <a:xfrm>
                <a:off x="5879592" y="1289304"/>
                <a:ext cx="36576" cy="36576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Shape 69">
                <a:extLst>
                  <a:ext uri="{FF2B5EF4-FFF2-40B4-BE49-F238E27FC236}">
                    <a16:creationId xmlns:a16="http://schemas.microsoft.com/office/drawing/2014/main" id="{2A2EDCAF-D99D-F5E8-6486-13D077AE6AA0}"/>
                  </a:ext>
                </a:extLst>
              </p:cNvPr>
              <p:cNvSpPr/>
              <p:nvPr/>
            </p:nvSpPr>
            <p:spPr>
              <a:xfrm>
                <a:off x="5212080" y="2450592"/>
                <a:ext cx="91440" cy="91440"/>
              </a:xfrm>
              <a:prstGeom prst="ellipse">
                <a:avLst/>
              </a:prstGeom>
              <a:solidFill>
                <a:srgbClr val="FBEAF0"/>
              </a:solidFill>
              <a:ln w="17780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Shape 70">
                <a:extLst>
                  <a:ext uri="{FF2B5EF4-FFF2-40B4-BE49-F238E27FC236}">
                    <a16:creationId xmlns:a16="http://schemas.microsoft.com/office/drawing/2014/main" id="{1367CAE4-8C58-D76A-85F4-7B3A34DFD90D}"/>
                  </a:ext>
                </a:extLst>
              </p:cNvPr>
              <p:cNvSpPr/>
              <p:nvPr/>
            </p:nvSpPr>
            <p:spPr>
              <a:xfrm>
                <a:off x="5239512" y="2478024"/>
                <a:ext cx="36576" cy="36576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Shape 71">
                <a:extLst>
                  <a:ext uri="{FF2B5EF4-FFF2-40B4-BE49-F238E27FC236}">
                    <a16:creationId xmlns:a16="http://schemas.microsoft.com/office/drawing/2014/main" id="{32298FEB-B33D-95B7-E8A1-98B35574506D}"/>
                  </a:ext>
                </a:extLst>
              </p:cNvPr>
              <p:cNvSpPr/>
              <p:nvPr/>
            </p:nvSpPr>
            <p:spPr>
              <a:xfrm>
                <a:off x="6309360" y="1399032"/>
                <a:ext cx="91440" cy="91440"/>
              </a:xfrm>
              <a:prstGeom prst="ellipse">
                <a:avLst/>
              </a:prstGeom>
              <a:solidFill>
                <a:srgbClr val="FBEAF0"/>
              </a:solidFill>
              <a:ln w="17780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Shape 72">
                <a:extLst>
                  <a:ext uri="{FF2B5EF4-FFF2-40B4-BE49-F238E27FC236}">
                    <a16:creationId xmlns:a16="http://schemas.microsoft.com/office/drawing/2014/main" id="{23BD0386-0B47-4479-579D-9EB683E02440}"/>
                  </a:ext>
                </a:extLst>
              </p:cNvPr>
              <p:cNvSpPr/>
              <p:nvPr/>
            </p:nvSpPr>
            <p:spPr>
              <a:xfrm>
                <a:off x="6336792" y="1426464"/>
                <a:ext cx="36576" cy="36576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8F418233-B328-D930-0A43-0A045684ED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5557" y="567560"/>
              <a:ext cx="132594" cy="989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D8792AFB-C064-397B-06C3-5B484C7261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501" y="709450"/>
              <a:ext cx="132594" cy="989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95B5DB1C-FC5F-1D3A-5BB2-8653BF85C3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3406" y="1959288"/>
              <a:ext cx="59022" cy="1165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4DED4E9-BE15-E154-7001-85A74707E95D}"/>
              </a:ext>
            </a:extLst>
          </p:cNvPr>
          <p:cNvGrpSpPr/>
          <p:nvPr/>
        </p:nvGrpSpPr>
        <p:grpSpPr>
          <a:xfrm>
            <a:off x="6829392" y="2770324"/>
            <a:ext cx="1658394" cy="1193304"/>
            <a:chOff x="680905" y="3205425"/>
            <a:chExt cx="2023974" cy="1467673"/>
          </a:xfrm>
        </p:grpSpPr>
        <p:sp>
          <p:nvSpPr>
            <p:cNvPr id="240" name="Shape 37">
              <a:extLst>
                <a:ext uri="{FF2B5EF4-FFF2-40B4-BE49-F238E27FC236}">
                  <a16:creationId xmlns:a16="http://schemas.microsoft.com/office/drawing/2014/main" id="{6B95C0A1-974E-38D4-8AA2-06F0172D6614}"/>
                </a:ext>
              </a:extLst>
            </p:cNvPr>
            <p:cNvSpPr/>
            <p:nvPr/>
          </p:nvSpPr>
          <p:spPr>
            <a:xfrm>
              <a:off x="931750" y="3881510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Shape 38">
              <a:extLst>
                <a:ext uri="{FF2B5EF4-FFF2-40B4-BE49-F238E27FC236}">
                  <a16:creationId xmlns:a16="http://schemas.microsoft.com/office/drawing/2014/main" id="{BFA78EBA-9595-1DE0-3403-B9DA31B611F8}"/>
                </a:ext>
              </a:extLst>
            </p:cNvPr>
            <p:cNvSpPr/>
            <p:nvPr/>
          </p:nvSpPr>
          <p:spPr>
            <a:xfrm>
              <a:off x="1003073" y="3952833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Shape 39">
              <a:extLst>
                <a:ext uri="{FF2B5EF4-FFF2-40B4-BE49-F238E27FC236}">
                  <a16:creationId xmlns:a16="http://schemas.microsoft.com/office/drawing/2014/main" id="{DDC97FCE-87E6-E7D3-97E3-99AAD23636A4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Shape 40">
              <a:extLst>
                <a:ext uri="{FF2B5EF4-FFF2-40B4-BE49-F238E27FC236}">
                  <a16:creationId xmlns:a16="http://schemas.microsoft.com/office/drawing/2014/main" id="{A64EC3DA-6453-8C65-9423-C7A7A843E38D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Shape 41">
              <a:extLst>
                <a:ext uri="{FF2B5EF4-FFF2-40B4-BE49-F238E27FC236}">
                  <a16:creationId xmlns:a16="http://schemas.microsoft.com/office/drawing/2014/main" id="{4FCE7316-5D43-EBCF-B72A-C9E56FA24195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Shape 42">
              <a:extLst>
                <a:ext uri="{FF2B5EF4-FFF2-40B4-BE49-F238E27FC236}">
                  <a16:creationId xmlns:a16="http://schemas.microsoft.com/office/drawing/2014/main" id="{AF3175AF-36B1-1F33-EB98-7E7173ED50E1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Shape 43">
              <a:extLst>
                <a:ext uri="{FF2B5EF4-FFF2-40B4-BE49-F238E27FC236}">
                  <a16:creationId xmlns:a16="http://schemas.microsoft.com/office/drawing/2014/main" id="{CBA06EE6-32C9-1240-C6A8-03CBC2EEFA14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Shape 44">
              <a:extLst>
                <a:ext uri="{FF2B5EF4-FFF2-40B4-BE49-F238E27FC236}">
                  <a16:creationId xmlns:a16="http://schemas.microsoft.com/office/drawing/2014/main" id="{20F12960-608E-B9C8-5B84-C2799DD7BD2D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Shape 45">
              <a:extLst>
                <a:ext uri="{FF2B5EF4-FFF2-40B4-BE49-F238E27FC236}">
                  <a16:creationId xmlns:a16="http://schemas.microsoft.com/office/drawing/2014/main" id="{8DB75FD1-5A65-D4C4-E639-BCD5EEA94F01}"/>
                </a:ext>
              </a:extLst>
            </p:cNvPr>
            <p:cNvSpPr/>
            <p:nvPr/>
          </p:nvSpPr>
          <p:spPr>
            <a:xfrm>
              <a:off x="822022" y="4320422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Shape 46">
              <a:extLst>
                <a:ext uri="{FF2B5EF4-FFF2-40B4-BE49-F238E27FC236}">
                  <a16:creationId xmlns:a16="http://schemas.microsoft.com/office/drawing/2014/main" id="{E4927CAF-99CD-F365-3993-BAE1B4C15076}"/>
                </a:ext>
              </a:extLst>
            </p:cNvPr>
            <p:cNvSpPr/>
            <p:nvPr/>
          </p:nvSpPr>
          <p:spPr>
            <a:xfrm>
              <a:off x="876886" y="4375286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Shape 47">
              <a:extLst>
                <a:ext uri="{FF2B5EF4-FFF2-40B4-BE49-F238E27FC236}">
                  <a16:creationId xmlns:a16="http://schemas.microsoft.com/office/drawing/2014/main" id="{27C1B114-29AC-47C9-6CBD-AD0D6E6C66FF}"/>
                </a:ext>
              </a:extLst>
            </p:cNvPr>
            <p:cNvSpPr/>
            <p:nvPr/>
          </p:nvSpPr>
          <p:spPr>
            <a:xfrm>
              <a:off x="2056462" y="3543182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Shape 48">
              <a:extLst>
                <a:ext uri="{FF2B5EF4-FFF2-40B4-BE49-F238E27FC236}">
                  <a16:creationId xmlns:a16="http://schemas.microsoft.com/office/drawing/2014/main" id="{D4B990D5-E8BB-861F-6C8A-14B627384EE6}"/>
                </a:ext>
              </a:extLst>
            </p:cNvPr>
            <p:cNvSpPr/>
            <p:nvPr/>
          </p:nvSpPr>
          <p:spPr>
            <a:xfrm>
              <a:off x="2111326" y="3598046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Shape 49">
              <a:extLst>
                <a:ext uri="{FF2B5EF4-FFF2-40B4-BE49-F238E27FC236}">
                  <a16:creationId xmlns:a16="http://schemas.microsoft.com/office/drawing/2014/main" id="{5ADD73CE-6927-0508-D587-F89F938E20B0}"/>
                </a:ext>
              </a:extLst>
            </p:cNvPr>
            <p:cNvSpPr/>
            <p:nvPr/>
          </p:nvSpPr>
          <p:spPr>
            <a:xfrm>
              <a:off x="1617550" y="4338710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Shape 50">
              <a:extLst>
                <a:ext uri="{FF2B5EF4-FFF2-40B4-BE49-F238E27FC236}">
                  <a16:creationId xmlns:a16="http://schemas.microsoft.com/office/drawing/2014/main" id="{DD9121A8-5813-B676-D3A6-C8491FBA070B}"/>
                </a:ext>
              </a:extLst>
            </p:cNvPr>
            <p:cNvSpPr/>
            <p:nvPr/>
          </p:nvSpPr>
          <p:spPr>
            <a:xfrm>
              <a:off x="1661441" y="4382601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Shape 51">
              <a:extLst>
                <a:ext uri="{FF2B5EF4-FFF2-40B4-BE49-F238E27FC236}">
                  <a16:creationId xmlns:a16="http://schemas.microsoft.com/office/drawing/2014/main" id="{FF0668FB-AEF6-DD06-48F8-F783B898FD05}"/>
                </a:ext>
              </a:extLst>
            </p:cNvPr>
            <p:cNvSpPr/>
            <p:nvPr/>
          </p:nvSpPr>
          <p:spPr>
            <a:xfrm>
              <a:off x="2248486" y="4055246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Shape 52">
              <a:extLst>
                <a:ext uri="{FF2B5EF4-FFF2-40B4-BE49-F238E27FC236}">
                  <a16:creationId xmlns:a16="http://schemas.microsoft.com/office/drawing/2014/main" id="{406A787A-0548-FC33-55A1-A0F033365728}"/>
                </a:ext>
              </a:extLst>
            </p:cNvPr>
            <p:cNvSpPr/>
            <p:nvPr/>
          </p:nvSpPr>
          <p:spPr>
            <a:xfrm>
              <a:off x="2297864" y="4104624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Shape 53">
              <a:extLst>
                <a:ext uri="{FF2B5EF4-FFF2-40B4-BE49-F238E27FC236}">
                  <a16:creationId xmlns:a16="http://schemas.microsoft.com/office/drawing/2014/main" id="{BF03603C-12E1-3582-09D3-3772D28BF449}"/>
                </a:ext>
              </a:extLst>
            </p:cNvPr>
            <p:cNvSpPr/>
            <p:nvPr/>
          </p:nvSpPr>
          <p:spPr>
            <a:xfrm>
              <a:off x="1151206" y="341516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Shape 54">
              <a:extLst>
                <a:ext uri="{FF2B5EF4-FFF2-40B4-BE49-F238E27FC236}">
                  <a16:creationId xmlns:a16="http://schemas.microsoft.com/office/drawing/2014/main" id="{9F16F77D-2846-734A-EFCE-868479A319E8}"/>
                </a:ext>
              </a:extLst>
            </p:cNvPr>
            <p:cNvSpPr/>
            <p:nvPr/>
          </p:nvSpPr>
          <p:spPr>
            <a:xfrm>
              <a:off x="1200584" y="346454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Shape 55">
              <a:extLst>
                <a:ext uri="{FF2B5EF4-FFF2-40B4-BE49-F238E27FC236}">
                  <a16:creationId xmlns:a16="http://schemas.microsoft.com/office/drawing/2014/main" id="{91997BAD-5340-CBF9-6054-8A4E85AE6E7D}"/>
                </a:ext>
              </a:extLst>
            </p:cNvPr>
            <p:cNvSpPr/>
            <p:nvPr/>
          </p:nvSpPr>
          <p:spPr>
            <a:xfrm>
              <a:off x="694006" y="3872366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Shape 56">
              <a:extLst>
                <a:ext uri="{FF2B5EF4-FFF2-40B4-BE49-F238E27FC236}">
                  <a16:creationId xmlns:a16="http://schemas.microsoft.com/office/drawing/2014/main" id="{59FB7A5C-1CC7-971C-4D17-BED1F604EB51}"/>
                </a:ext>
              </a:extLst>
            </p:cNvPr>
            <p:cNvSpPr/>
            <p:nvPr/>
          </p:nvSpPr>
          <p:spPr>
            <a:xfrm>
              <a:off x="743384" y="3921744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Shape 57">
              <a:extLst>
                <a:ext uri="{FF2B5EF4-FFF2-40B4-BE49-F238E27FC236}">
                  <a16:creationId xmlns:a16="http://schemas.microsoft.com/office/drawing/2014/main" id="{DD655AF3-1837-2849-A644-00E2EDB3A6AE}"/>
                </a:ext>
              </a:extLst>
            </p:cNvPr>
            <p:cNvSpPr/>
            <p:nvPr/>
          </p:nvSpPr>
          <p:spPr>
            <a:xfrm>
              <a:off x="2413078" y="3808358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Shape 58">
              <a:extLst>
                <a:ext uri="{FF2B5EF4-FFF2-40B4-BE49-F238E27FC236}">
                  <a16:creationId xmlns:a16="http://schemas.microsoft.com/office/drawing/2014/main" id="{E0A0AF32-DC6A-99A5-A310-BCD8ADFF5C34}"/>
                </a:ext>
              </a:extLst>
            </p:cNvPr>
            <p:cNvSpPr/>
            <p:nvPr/>
          </p:nvSpPr>
          <p:spPr>
            <a:xfrm>
              <a:off x="2473428" y="3868708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Shape 59">
              <a:extLst>
                <a:ext uri="{FF2B5EF4-FFF2-40B4-BE49-F238E27FC236}">
                  <a16:creationId xmlns:a16="http://schemas.microsoft.com/office/drawing/2014/main" id="{CE1F7D6A-7652-3F47-6B5F-C54511E8605A}"/>
                </a:ext>
              </a:extLst>
            </p:cNvPr>
            <p:cNvSpPr/>
            <p:nvPr/>
          </p:nvSpPr>
          <p:spPr>
            <a:xfrm>
              <a:off x="1937590" y="4338710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Shape 60">
              <a:extLst>
                <a:ext uri="{FF2B5EF4-FFF2-40B4-BE49-F238E27FC236}">
                  <a16:creationId xmlns:a16="http://schemas.microsoft.com/office/drawing/2014/main" id="{0ADC7CCF-7CA6-9D20-FD96-B0D398C17AC9}"/>
                </a:ext>
              </a:extLst>
            </p:cNvPr>
            <p:cNvSpPr/>
            <p:nvPr/>
          </p:nvSpPr>
          <p:spPr>
            <a:xfrm>
              <a:off x="1981481" y="4382601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Shape 61">
              <a:extLst>
                <a:ext uri="{FF2B5EF4-FFF2-40B4-BE49-F238E27FC236}">
                  <a16:creationId xmlns:a16="http://schemas.microsoft.com/office/drawing/2014/main" id="{EB847B58-E7C2-0DA5-3FDF-B448EFCD2854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2794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Shape 62">
              <a:extLst>
                <a:ext uri="{FF2B5EF4-FFF2-40B4-BE49-F238E27FC236}">
                  <a16:creationId xmlns:a16="http://schemas.microsoft.com/office/drawing/2014/main" id="{C87193ED-BAA9-15CC-E1A3-438B86219EF4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Shape 63">
              <a:extLst>
                <a:ext uri="{FF2B5EF4-FFF2-40B4-BE49-F238E27FC236}">
                  <a16:creationId xmlns:a16="http://schemas.microsoft.com/office/drawing/2014/main" id="{89A16FF3-3BBC-263F-CC90-7907410AD3BA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2794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Shape 64">
              <a:extLst>
                <a:ext uri="{FF2B5EF4-FFF2-40B4-BE49-F238E27FC236}">
                  <a16:creationId xmlns:a16="http://schemas.microsoft.com/office/drawing/2014/main" id="{4EDF1153-3DFE-94A3-0CCE-730400DD69B3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Shape 65">
              <a:extLst>
                <a:ext uri="{FF2B5EF4-FFF2-40B4-BE49-F238E27FC236}">
                  <a16:creationId xmlns:a16="http://schemas.microsoft.com/office/drawing/2014/main" id="{05B19DD4-4880-FD7A-DB2A-8C34B1EC2732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2794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Shape 66">
              <a:extLst>
                <a:ext uri="{FF2B5EF4-FFF2-40B4-BE49-F238E27FC236}">
                  <a16:creationId xmlns:a16="http://schemas.microsoft.com/office/drawing/2014/main" id="{8800883E-6B2A-4A0C-45B2-29D66B91730D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Shape 67">
              <a:extLst>
                <a:ext uri="{FF2B5EF4-FFF2-40B4-BE49-F238E27FC236}">
                  <a16:creationId xmlns:a16="http://schemas.microsoft.com/office/drawing/2014/main" id="{736B63FB-36EB-7C07-5F4F-25E7C02BDDC6}"/>
                </a:ext>
              </a:extLst>
            </p:cNvPr>
            <p:cNvSpPr/>
            <p:nvPr/>
          </p:nvSpPr>
          <p:spPr>
            <a:xfrm>
              <a:off x="1690702" y="3360302"/>
              <a:ext cx="91440" cy="91440"/>
            </a:xfrm>
            <a:prstGeom prst="ellipse">
              <a:avLst/>
            </a:prstGeom>
            <a:solidFill>
              <a:srgbClr val="FBEAF0"/>
            </a:solidFill>
            <a:ln w="1778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Shape 68">
              <a:extLst>
                <a:ext uri="{FF2B5EF4-FFF2-40B4-BE49-F238E27FC236}">
                  <a16:creationId xmlns:a16="http://schemas.microsoft.com/office/drawing/2014/main" id="{98114A20-E40F-F65D-314D-D77C5A26F30A}"/>
                </a:ext>
              </a:extLst>
            </p:cNvPr>
            <p:cNvSpPr/>
            <p:nvPr/>
          </p:nvSpPr>
          <p:spPr>
            <a:xfrm>
              <a:off x="1718134" y="3387734"/>
              <a:ext cx="36576" cy="36576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Shape 69">
              <a:extLst>
                <a:ext uri="{FF2B5EF4-FFF2-40B4-BE49-F238E27FC236}">
                  <a16:creationId xmlns:a16="http://schemas.microsoft.com/office/drawing/2014/main" id="{8D8097C6-F5AD-EDA2-9B05-9DAE4F356665}"/>
                </a:ext>
              </a:extLst>
            </p:cNvPr>
            <p:cNvSpPr/>
            <p:nvPr/>
          </p:nvSpPr>
          <p:spPr>
            <a:xfrm>
              <a:off x="1050622" y="4549022"/>
              <a:ext cx="91440" cy="91440"/>
            </a:xfrm>
            <a:prstGeom prst="ellipse">
              <a:avLst/>
            </a:prstGeom>
            <a:solidFill>
              <a:srgbClr val="FBEAF0"/>
            </a:solidFill>
            <a:ln w="1778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Shape 70">
              <a:extLst>
                <a:ext uri="{FF2B5EF4-FFF2-40B4-BE49-F238E27FC236}">
                  <a16:creationId xmlns:a16="http://schemas.microsoft.com/office/drawing/2014/main" id="{4AADF3D8-35F0-6EED-9955-7BA09C140014}"/>
                </a:ext>
              </a:extLst>
            </p:cNvPr>
            <p:cNvSpPr/>
            <p:nvPr/>
          </p:nvSpPr>
          <p:spPr>
            <a:xfrm>
              <a:off x="1078054" y="4576454"/>
              <a:ext cx="36576" cy="36576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2851B5AF-E668-3BD1-38C3-30858C37BC85}"/>
                </a:ext>
              </a:extLst>
            </p:cNvPr>
            <p:cNvGrpSpPr/>
            <p:nvPr/>
          </p:nvGrpSpPr>
          <p:grpSpPr>
            <a:xfrm>
              <a:off x="1674890" y="3313569"/>
              <a:ext cx="162963" cy="184087"/>
              <a:chOff x="2752253" y="2670772"/>
              <a:chExt cx="218792" cy="256515"/>
            </a:xfrm>
          </p:grpSpPr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A6436FC-E81E-9A02-5D9D-87D014379B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F97908A0-420B-E868-F3B6-62F1BFEBE4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A29BC343-7D90-3732-078D-38483CD7AB4E}"/>
                </a:ext>
              </a:extLst>
            </p:cNvPr>
            <p:cNvGrpSpPr/>
            <p:nvPr/>
          </p:nvGrpSpPr>
          <p:grpSpPr>
            <a:xfrm>
              <a:off x="1021531" y="4489011"/>
              <a:ext cx="162963" cy="184087"/>
              <a:chOff x="2752253" y="2670772"/>
              <a:chExt cx="218792" cy="256515"/>
            </a:xfrm>
          </p:grpSpPr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6B43CBFD-EAD9-5C72-4F16-F3903A875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3A5D08B1-6104-1FCA-589F-A2D537F3A1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6" name="Shape 121">
              <a:extLst>
                <a:ext uri="{FF2B5EF4-FFF2-40B4-BE49-F238E27FC236}">
                  <a16:creationId xmlns:a16="http://schemas.microsoft.com/office/drawing/2014/main" id="{98A00121-27EF-FBD0-523A-7DD8117B99ED}"/>
                </a:ext>
              </a:extLst>
            </p:cNvPr>
            <p:cNvSpPr/>
            <p:nvPr/>
          </p:nvSpPr>
          <p:spPr>
            <a:xfrm>
              <a:off x="2367369" y="3259744"/>
              <a:ext cx="256032" cy="256032"/>
            </a:xfrm>
            <a:prstGeom prst="ellipse">
              <a:avLst/>
            </a:prstGeom>
            <a:solidFill>
              <a:srgbClr val="FBEAF0"/>
            </a:solidFill>
            <a:ln w="2286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Shape 122">
              <a:extLst>
                <a:ext uri="{FF2B5EF4-FFF2-40B4-BE49-F238E27FC236}">
                  <a16:creationId xmlns:a16="http://schemas.microsoft.com/office/drawing/2014/main" id="{E4B45C52-DC2A-ABAA-70B5-E29983CADCAF}"/>
                </a:ext>
              </a:extLst>
            </p:cNvPr>
            <p:cNvSpPr/>
            <p:nvPr/>
          </p:nvSpPr>
          <p:spPr>
            <a:xfrm>
              <a:off x="2444179" y="3336554"/>
              <a:ext cx="102413" cy="102413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Rounded Rectangle 277">
              <a:extLst>
                <a:ext uri="{FF2B5EF4-FFF2-40B4-BE49-F238E27FC236}">
                  <a16:creationId xmlns:a16="http://schemas.microsoft.com/office/drawing/2014/main" id="{5AFCA9FC-5A0C-EEFD-953B-6568224EBD41}"/>
                </a:ext>
              </a:extLst>
            </p:cNvPr>
            <p:cNvSpPr/>
            <p:nvPr/>
          </p:nvSpPr>
          <p:spPr>
            <a:xfrm>
              <a:off x="2265956" y="3205425"/>
              <a:ext cx="438923" cy="374878"/>
            </a:xfrm>
            <a:prstGeom prst="roundRect">
              <a:avLst/>
            </a:prstGeom>
            <a:solidFill>
              <a:schemeClr val="accent1">
                <a:alpha val="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E2B5847C-0822-4B27-B690-927AB119BB8E}"/>
                </a:ext>
              </a:extLst>
            </p:cNvPr>
            <p:cNvGrpSpPr/>
            <p:nvPr/>
          </p:nvGrpSpPr>
          <p:grpSpPr>
            <a:xfrm>
              <a:off x="680905" y="3852871"/>
              <a:ext cx="162963" cy="184087"/>
              <a:chOff x="2752253" y="2670772"/>
              <a:chExt cx="218792" cy="256515"/>
            </a:xfrm>
          </p:grpSpPr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7AA714ED-AF50-60EE-B8B1-D0C7B151C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B642A6F0-B53E-2771-B649-89AA8CCE0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BFB21CCB-D511-7472-67A2-4D53E8435FE1}"/>
                </a:ext>
              </a:extLst>
            </p:cNvPr>
            <p:cNvGrpSpPr/>
            <p:nvPr/>
          </p:nvGrpSpPr>
          <p:grpSpPr>
            <a:xfrm>
              <a:off x="1920931" y="4300927"/>
              <a:ext cx="162963" cy="184087"/>
              <a:chOff x="2752253" y="2670772"/>
              <a:chExt cx="218792" cy="256515"/>
            </a:xfrm>
          </p:grpSpPr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C0CBFAE4-FDCA-C09E-7778-87F837D723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8CC159A1-8056-186A-3FD2-0D910045D2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46583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generation and extinction pruning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Resident community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clone types, intermixed in space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5760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mutants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82296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parents perturbed, three mutants added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Integrate ecology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99008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below extThreshold, one survives and grows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Pruned community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99008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clone established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" y="1783080"/>
            <a:ext cx="237744" cy="23774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1131" y="1854403"/>
            <a:ext cx="95098" cy="95098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25296" y="1527048"/>
            <a:ext cx="201168" cy="201168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85646" y="1587398"/>
            <a:ext cx="80467" cy="8046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60704" y="2139696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0082" y="2189074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81912" y="1655064"/>
            <a:ext cx="219456" cy="219456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47749" y="1720901"/>
            <a:ext cx="87782" cy="8778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2221992"/>
            <a:ext cx="182880" cy="182880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944" y="2276856"/>
            <a:ext cx="73152" cy="73152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74520" y="1444752"/>
            <a:ext cx="182880" cy="182880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29384" y="1499616"/>
            <a:ext cx="73152" cy="73152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435608" y="2240280"/>
            <a:ext cx="146304" cy="14630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479499" y="2284171"/>
            <a:ext cx="58522" cy="5852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66544" y="1956816"/>
            <a:ext cx="164592" cy="164592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15922" y="2006194"/>
            <a:ext cx="65837" cy="6583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9264" y="1316736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18642" y="1366114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2064" y="1773936"/>
            <a:ext cx="164592" cy="164592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1442" y="1823314"/>
            <a:ext cx="65837" cy="65837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31136" y="1709928"/>
            <a:ext cx="201168" cy="201168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291486" y="1770278"/>
            <a:ext cx="80467" cy="80467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755648" y="2240280"/>
            <a:ext cx="146304" cy="146304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799539" y="2284171"/>
            <a:ext cx="58522" cy="58522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93208" y="1783080"/>
            <a:ext cx="237744" cy="23774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64531" y="1854403"/>
            <a:ext cx="95098" cy="95098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68696" y="1527048"/>
            <a:ext cx="201168" cy="201168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29046" y="1587398"/>
            <a:ext cx="80467" cy="8046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04104" y="2139696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53482" y="2189074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925312" y="1655064"/>
            <a:ext cx="219456" cy="219456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91149" y="1720901"/>
            <a:ext cx="87782" cy="8778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983480" y="2221992"/>
            <a:ext cx="182880" cy="182880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038344" y="2276856"/>
            <a:ext cx="73152" cy="73152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17920" y="1444752"/>
            <a:ext cx="182880" cy="182880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72784" y="1499616"/>
            <a:ext cx="73152" cy="73152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779008" y="2240280"/>
            <a:ext cx="146304" cy="14630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822899" y="2284171"/>
            <a:ext cx="58522" cy="5852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09944" y="1956816"/>
            <a:ext cx="164592" cy="164592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459322" y="2006194"/>
            <a:ext cx="65837" cy="6583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312664" y="1316736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362042" y="1366114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855464" y="1773936"/>
            <a:ext cx="164592" cy="164592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904842" y="1823314"/>
            <a:ext cx="65837" cy="65837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574536" y="1709928"/>
            <a:ext cx="201168" cy="201168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634886" y="1770278"/>
            <a:ext cx="80467" cy="80467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99048" y="2240280"/>
            <a:ext cx="146304" cy="146304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142939" y="2284171"/>
            <a:ext cx="58522" cy="58522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568696" y="1527048"/>
            <a:ext cx="201168" cy="201168"/>
          </a:xfrm>
          <a:prstGeom prst="ellipse">
            <a:avLst/>
          </a:prstGeom>
          <a:solidFill>
            <a:srgbClr val="B5D4F4"/>
          </a:solidFill>
          <a:ln w="2794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629046" y="1587398"/>
            <a:ext cx="80467" cy="8046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404104" y="2139696"/>
            <a:ext cx="164592" cy="164592"/>
          </a:xfrm>
          <a:prstGeom prst="ellipse">
            <a:avLst/>
          </a:prstGeom>
          <a:solidFill>
            <a:srgbClr val="F0997B"/>
          </a:solidFill>
          <a:ln w="2794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453482" y="2189074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925312" y="1655064"/>
            <a:ext cx="219456" cy="219456"/>
          </a:xfrm>
          <a:prstGeom prst="ellipse">
            <a:avLst/>
          </a:prstGeom>
          <a:solidFill>
            <a:srgbClr val="9FE1CB"/>
          </a:solidFill>
          <a:ln w="2794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991149" y="1720901"/>
            <a:ext cx="87782" cy="8778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852160" y="1261872"/>
            <a:ext cx="91440" cy="91440"/>
          </a:xfrm>
          <a:prstGeom prst="ellipse">
            <a:avLst/>
          </a:prstGeom>
          <a:solidFill>
            <a:srgbClr val="FBEAF0"/>
          </a:solidFill>
          <a:ln w="1778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879592" y="1289304"/>
            <a:ext cx="36576" cy="36576"/>
          </a:xfrm>
          <a:prstGeom prst="ellipse">
            <a:avLst/>
          </a:prstGeom>
          <a:solidFill>
            <a:srgbClr val="9935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212080" y="2450592"/>
            <a:ext cx="91440" cy="91440"/>
          </a:xfrm>
          <a:prstGeom prst="ellipse">
            <a:avLst/>
          </a:prstGeom>
          <a:solidFill>
            <a:srgbClr val="FBEAF0"/>
          </a:solidFill>
          <a:ln w="1778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239512" y="2478024"/>
            <a:ext cx="36576" cy="36576"/>
          </a:xfrm>
          <a:prstGeom prst="ellipse">
            <a:avLst/>
          </a:prstGeom>
          <a:solidFill>
            <a:srgbClr val="9935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309360" y="1399032"/>
            <a:ext cx="91440" cy="91440"/>
          </a:xfrm>
          <a:prstGeom prst="ellipse">
            <a:avLst/>
          </a:prstGeom>
          <a:solidFill>
            <a:srgbClr val="FBEAF0"/>
          </a:solidFill>
          <a:ln w="1778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336792" y="1426464"/>
            <a:ext cx="36576" cy="36576"/>
          </a:xfrm>
          <a:prstGeom prst="ellipse">
            <a:avLst/>
          </a:prstGeom>
          <a:solidFill>
            <a:srgbClr val="9935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49808" y="3950208"/>
            <a:ext cx="237744" cy="23774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21131" y="4021531"/>
            <a:ext cx="95098" cy="95098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225296" y="3694176"/>
            <a:ext cx="201168" cy="201168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285646" y="3754526"/>
            <a:ext cx="80467" cy="8046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60704" y="4306824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110082" y="4356202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581912" y="3822192"/>
            <a:ext cx="219456" cy="219456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647749" y="3888029"/>
            <a:ext cx="87782" cy="8778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40080" y="4389120"/>
            <a:ext cx="182880" cy="182880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94944" y="4443984"/>
            <a:ext cx="73152" cy="73152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874520" y="3611880"/>
            <a:ext cx="182880" cy="182880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929384" y="3666744"/>
            <a:ext cx="73152" cy="73152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435608" y="4407408"/>
            <a:ext cx="146304" cy="14630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479499" y="4451299"/>
            <a:ext cx="58522" cy="5852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066544" y="4123944"/>
            <a:ext cx="164592" cy="164592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115922" y="4173322"/>
            <a:ext cx="65837" cy="6583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969264" y="3483864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18642" y="3533242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12064" y="3941064"/>
            <a:ext cx="164592" cy="164592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61442" y="3990442"/>
            <a:ext cx="65837" cy="65837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231136" y="3877056"/>
            <a:ext cx="201168" cy="201168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291486" y="3937406"/>
            <a:ext cx="80467" cy="80467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755648" y="4407408"/>
            <a:ext cx="146304" cy="146304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799539" y="4451299"/>
            <a:ext cx="58522" cy="58522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522476" y="3442716"/>
            <a:ext cx="64008" cy="64008"/>
          </a:xfrm>
          <a:prstGeom prst="line">
            <a:avLst/>
          </a:prstGeom>
          <a:noFill/>
          <a:ln w="1651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522476" y="3506724"/>
            <a:ext cx="64008" cy="0"/>
          </a:xfrm>
          <a:prstGeom prst="line">
            <a:avLst/>
          </a:prstGeom>
          <a:noFill/>
          <a:ln w="1651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82396" y="4631436"/>
            <a:ext cx="64008" cy="64008"/>
          </a:xfrm>
          <a:prstGeom prst="line">
            <a:avLst/>
          </a:prstGeom>
          <a:noFill/>
          <a:ln w="1651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82396" y="4695444"/>
            <a:ext cx="64008" cy="0"/>
          </a:xfrm>
          <a:prstGeom prst="line">
            <a:avLst/>
          </a:prstGeom>
          <a:noFill/>
          <a:ln w="1651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185416" y="3282696"/>
            <a:ext cx="201168" cy="201168"/>
          </a:xfrm>
          <a:prstGeom prst="ellipse">
            <a:avLst/>
          </a:prstGeom>
          <a:solidFill>
            <a:srgbClr val="FBEAF0"/>
          </a:solidFill>
          <a:ln w="2286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245766" y="3343046"/>
            <a:ext cx="80467" cy="80467"/>
          </a:xfrm>
          <a:prstGeom prst="ellipse">
            <a:avLst/>
          </a:prstGeom>
          <a:solidFill>
            <a:srgbClr val="9935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093208" y="3950208"/>
            <a:ext cx="237744" cy="23774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164531" y="4021531"/>
            <a:ext cx="95098" cy="95098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568696" y="3694176"/>
            <a:ext cx="201168" cy="201168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629046" y="3754526"/>
            <a:ext cx="80467" cy="8046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404104" y="4306824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453482" y="4356202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925312" y="3822192"/>
            <a:ext cx="219456" cy="219456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991149" y="3888029"/>
            <a:ext cx="87782" cy="8778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983480" y="4389120"/>
            <a:ext cx="182880" cy="182880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038344" y="4443984"/>
            <a:ext cx="73152" cy="73152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217920" y="3611880"/>
            <a:ext cx="182880" cy="182880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272784" y="3666744"/>
            <a:ext cx="73152" cy="73152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5779008" y="4407408"/>
            <a:ext cx="146304" cy="146304"/>
          </a:xfrm>
          <a:prstGeom prst="ellipse">
            <a:avLst/>
          </a:prstGeom>
          <a:solidFill>
            <a:srgbClr val="9FE1CB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822899" y="4451299"/>
            <a:ext cx="58522" cy="58522"/>
          </a:xfrm>
          <a:prstGeom prst="ellipse">
            <a:avLst/>
          </a:prstGeom>
          <a:solidFill>
            <a:srgbClr val="0F6E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409944" y="4123944"/>
            <a:ext cx="164592" cy="164592"/>
          </a:xfrm>
          <a:prstGeom prst="ellipse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459322" y="4173322"/>
            <a:ext cx="65837" cy="65837"/>
          </a:xfrm>
          <a:prstGeom prst="ellipse">
            <a:avLst/>
          </a:prstGeom>
          <a:solidFill>
            <a:srgbClr val="185FA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5312664" y="3483864"/>
            <a:ext cx="164592" cy="164592"/>
          </a:xfrm>
          <a:prstGeom prst="ellipse">
            <a:avLst/>
          </a:prstGeom>
          <a:solidFill>
            <a:srgbClr val="F0997B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362042" y="3533242"/>
            <a:ext cx="65837" cy="65837"/>
          </a:xfrm>
          <a:prstGeom prst="ellipse">
            <a:avLst/>
          </a:prstGeom>
          <a:solidFill>
            <a:srgbClr val="993C1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6501384" y="3255264"/>
            <a:ext cx="256032" cy="256032"/>
          </a:xfrm>
          <a:prstGeom prst="ellipse">
            <a:avLst/>
          </a:prstGeom>
          <a:solidFill>
            <a:srgbClr val="FBEAF0"/>
          </a:solidFill>
          <a:ln w="2286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578194" y="3332074"/>
            <a:ext cx="102413" cy="102413"/>
          </a:xfrm>
          <a:prstGeom prst="ellipse">
            <a:avLst/>
          </a:prstGeom>
          <a:solidFill>
            <a:srgbClr val="99355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4498848" y="1417320"/>
            <a:ext cx="182880" cy="164592"/>
          </a:xfrm>
          <a:prstGeom prst="rightArrow">
            <a:avLst/>
          </a:prstGeom>
          <a:solidFill>
            <a:srgbClr val="C7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6656832" y="2551176"/>
            <a:ext cx="164592" cy="164592"/>
          </a:xfrm>
          <a:prstGeom prst="downArrow">
            <a:avLst/>
          </a:prstGeom>
          <a:solidFill>
            <a:srgbClr val="C7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4498848" y="3584448"/>
            <a:ext cx="182880" cy="164592"/>
          </a:xfrm>
          <a:prstGeom prst="rightArrow">
            <a:avLst/>
          </a:prstGeom>
          <a:solidFill>
            <a:srgbClr val="C7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competitor    </a:t>
            </a: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trait    </a:t>
            </a: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proliferator    </a:t>
            </a:r>
            <a:r>
              <a:rPr lang="en-US" sz="10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90602A4-ADBA-D7F6-E143-39C310314CF6}"/>
              </a:ext>
            </a:extLst>
          </p:cNvPr>
          <p:cNvGrpSpPr/>
          <p:nvPr/>
        </p:nvGrpSpPr>
        <p:grpSpPr>
          <a:xfrm>
            <a:off x="512064" y="1316736"/>
            <a:ext cx="1920240" cy="1088136"/>
            <a:chOff x="512064" y="1316736"/>
            <a:chExt cx="1920240" cy="1088136"/>
          </a:xfrm>
        </p:grpSpPr>
        <p:sp>
          <p:nvSpPr>
            <p:cNvPr id="2" name="Shape 13">
              <a:extLst>
                <a:ext uri="{FF2B5EF4-FFF2-40B4-BE49-F238E27FC236}">
                  <a16:creationId xmlns:a16="http://schemas.microsoft.com/office/drawing/2014/main" id="{D36078B2-EAC8-29E8-5B73-B66459D18476}"/>
                </a:ext>
              </a:extLst>
            </p:cNvPr>
            <p:cNvSpPr/>
            <p:nvPr/>
          </p:nvSpPr>
          <p:spPr>
            <a:xfrm>
              <a:off x="749808" y="1783080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Shape 14">
              <a:extLst>
                <a:ext uri="{FF2B5EF4-FFF2-40B4-BE49-F238E27FC236}">
                  <a16:creationId xmlns:a16="http://schemas.microsoft.com/office/drawing/2014/main" id="{F98D86F6-9756-F1B3-61A5-014186535661}"/>
                </a:ext>
              </a:extLst>
            </p:cNvPr>
            <p:cNvSpPr/>
            <p:nvPr/>
          </p:nvSpPr>
          <p:spPr>
            <a:xfrm>
              <a:off x="821131" y="1854403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15">
              <a:extLst>
                <a:ext uri="{FF2B5EF4-FFF2-40B4-BE49-F238E27FC236}">
                  <a16:creationId xmlns:a16="http://schemas.microsoft.com/office/drawing/2014/main" id="{10047A4F-B73E-0280-E028-FA325BB70313}"/>
                </a:ext>
              </a:extLst>
            </p:cNvPr>
            <p:cNvSpPr/>
            <p:nvPr/>
          </p:nvSpPr>
          <p:spPr>
            <a:xfrm>
              <a:off x="1225296" y="1527048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16">
              <a:extLst>
                <a:ext uri="{FF2B5EF4-FFF2-40B4-BE49-F238E27FC236}">
                  <a16:creationId xmlns:a16="http://schemas.microsoft.com/office/drawing/2014/main" id="{368CE02C-AB69-0643-216C-1892DFB7AC50}"/>
                </a:ext>
              </a:extLst>
            </p:cNvPr>
            <p:cNvSpPr/>
            <p:nvPr/>
          </p:nvSpPr>
          <p:spPr>
            <a:xfrm>
              <a:off x="1285646" y="158739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17">
              <a:extLst>
                <a:ext uri="{FF2B5EF4-FFF2-40B4-BE49-F238E27FC236}">
                  <a16:creationId xmlns:a16="http://schemas.microsoft.com/office/drawing/2014/main" id="{AF053379-7344-5F72-43CD-C53555B33FC7}"/>
                </a:ext>
              </a:extLst>
            </p:cNvPr>
            <p:cNvSpPr/>
            <p:nvPr/>
          </p:nvSpPr>
          <p:spPr>
            <a:xfrm>
              <a:off x="1060704" y="213969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18">
              <a:extLst>
                <a:ext uri="{FF2B5EF4-FFF2-40B4-BE49-F238E27FC236}">
                  <a16:creationId xmlns:a16="http://schemas.microsoft.com/office/drawing/2014/main" id="{66056ECE-89B1-33A1-9921-FEE8B36D76B4}"/>
                </a:ext>
              </a:extLst>
            </p:cNvPr>
            <p:cNvSpPr/>
            <p:nvPr/>
          </p:nvSpPr>
          <p:spPr>
            <a:xfrm>
              <a:off x="1110082" y="218907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19">
              <a:extLst>
                <a:ext uri="{FF2B5EF4-FFF2-40B4-BE49-F238E27FC236}">
                  <a16:creationId xmlns:a16="http://schemas.microsoft.com/office/drawing/2014/main" id="{5EF4C56A-7022-904C-CD36-75822616FFC8}"/>
                </a:ext>
              </a:extLst>
            </p:cNvPr>
            <p:cNvSpPr/>
            <p:nvPr/>
          </p:nvSpPr>
          <p:spPr>
            <a:xfrm>
              <a:off x="1581912" y="1655064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20">
              <a:extLst>
                <a:ext uri="{FF2B5EF4-FFF2-40B4-BE49-F238E27FC236}">
                  <a16:creationId xmlns:a16="http://schemas.microsoft.com/office/drawing/2014/main" id="{6D8DAB69-0416-BD67-6534-8694A27332AD}"/>
                </a:ext>
              </a:extLst>
            </p:cNvPr>
            <p:cNvSpPr/>
            <p:nvPr/>
          </p:nvSpPr>
          <p:spPr>
            <a:xfrm>
              <a:off x="1647749" y="172090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21">
              <a:extLst>
                <a:ext uri="{FF2B5EF4-FFF2-40B4-BE49-F238E27FC236}">
                  <a16:creationId xmlns:a16="http://schemas.microsoft.com/office/drawing/2014/main" id="{9ECCF281-7E7F-EE71-71A8-342EE94683D4}"/>
                </a:ext>
              </a:extLst>
            </p:cNvPr>
            <p:cNvSpPr/>
            <p:nvPr/>
          </p:nvSpPr>
          <p:spPr>
            <a:xfrm>
              <a:off x="640080" y="2221992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22">
              <a:extLst>
                <a:ext uri="{FF2B5EF4-FFF2-40B4-BE49-F238E27FC236}">
                  <a16:creationId xmlns:a16="http://schemas.microsoft.com/office/drawing/2014/main" id="{2CB46864-EA75-1DE7-9AF0-94361F324B5A}"/>
                </a:ext>
              </a:extLst>
            </p:cNvPr>
            <p:cNvSpPr/>
            <p:nvPr/>
          </p:nvSpPr>
          <p:spPr>
            <a:xfrm>
              <a:off x="694944" y="2276856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23">
              <a:extLst>
                <a:ext uri="{FF2B5EF4-FFF2-40B4-BE49-F238E27FC236}">
                  <a16:creationId xmlns:a16="http://schemas.microsoft.com/office/drawing/2014/main" id="{21D2DA81-BF08-8940-391A-B4CCD8575BAA}"/>
                </a:ext>
              </a:extLst>
            </p:cNvPr>
            <p:cNvSpPr/>
            <p:nvPr/>
          </p:nvSpPr>
          <p:spPr>
            <a:xfrm>
              <a:off x="1874520" y="1444752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24">
              <a:extLst>
                <a:ext uri="{FF2B5EF4-FFF2-40B4-BE49-F238E27FC236}">
                  <a16:creationId xmlns:a16="http://schemas.microsoft.com/office/drawing/2014/main" id="{E3A5D7FF-1765-8CAD-D4D3-3B4E6C504B65}"/>
                </a:ext>
              </a:extLst>
            </p:cNvPr>
            <p:cNvSpPr/>
            <p:nvPr/>
          </p:nvSpPr>
          <p:spPr>
            <a:xfrm>
              <a:off x="1929384" y="1499616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25">
              <a:extLst>
                <a:ext uri="{FF2B5EF4-FFF2-40B4-BE49-F238E27FC236}">
                  <a16:creationId xmlns:a16="http://schemas.microsoft.com/office/drawing/2014/main" id="{AF551B8F-2620-1016-2F09-0470634AFB31}"/>
                </a:ext>
              </a:extLst>
            </p:cNvPr>
            <p:cNvSpPr/>
            <p:nvPr/>
          </p:nvSpPr>
          <p:spPr>
            <a:xfrm>
              <a:off x="1435608" y="2240280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26">
              <a:extLst>
                <a:ext uri="{FF2B5EF4-FFF2-40B4-BE49-F238E27FC236}">
                  <a16:creationId xmlns:a16="http://schemas.microsoft.com/office/drawing/2014/main" id="{6F1C5F57-CFC5-2B8D-F6DF-841EBACC2862}"/>
                </a:ext>
              </a:extLst>
            </p:cNvPr>
            <p:cNvSpPr/>
            <p:nvPr/>
          </p:nvSpPr>
          <p:spPr>
            <a:xfrm>
              <a:off x="1479499" y="2284171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27">
              <a:extLst>
                <a:ext uri="{FF2B5EF4-FFF2-40B4-BE49-F238E27FC236}">
                  <a16:creationId xmlns:a16="http://schemas.microsoft.com/office/drawing/2014/main" id="{0ACC928D-2952-5CF9-5256-8EFD755B6669}"/>
                </a:ext>
              </a:extLst>
            </p:cNvPr>
            <p:cNvSpPr/>
            <p:nvPr/>
          </p:nvSpPr>
          <p:spPr>
            <a:xfrm>
              <a:off x="2066544" y="1956816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28">
              <a:extLst>
                <a:ext uri="{FF2B5EF4-FFF2-40B4-BE49-F238E27FC236}">
                  <a16:creationId xmlns:a16="http://schemas.microsoft.com/office/drawing/2014/main" id="{879C59B0-5B45-0F47-0E48-518D126A44A1}"/>
                </a:ext>
              </a:extLst>
            </p:cNvPr>
            <p:cNvSpPr/>
            <p:nvPr/>
          </p:nvSpPr>
          <p:spPr>
            <a:xfrm>
              <a:off x="2115922" y="2006194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29">
              <a:extLst>
                <a:ext uri="{FF2B5EF4-FFF2-40B4-BE49-F238E27FC236}">
                  <a16:creationId xmlns:a16="http://schemas.microsoft.com/office/drawing/2014/main" id="{19DF0506-FAF6-7EE5-609E-526DF2A111D5}"/>
                </a:ext>
              </a:extLst>
            </p:cNvPr>
            <p:cNvSpPr/>
            <p:nvPr/>
          </p:nvSpPr>
          <p:spPr>
            <a:xfrm>
              <a:off x="969264" y="131673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30">
              <a:extLst>
                <a:ext uri="{FF2B5EF4-FFF2-40B4-BE49-F238E27FC236}">
                  <a16:creationId xmlns:a16="http://schemas.microsoft.com/office/drawing/2014/main" id="{16604896-87DA-141D-93E2-E33DB4733A03}"/>
                </a:ext>
              </a:extLst>
            </p:cNvPr>
            <p:cNvSpPr/>
            <p:nvPr/>
          </p:nvSpPr>
          <p:spPr>
            <a:xfrm>
              <a:off x="1018642" y="136611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31">
              <a:extLst>
                <a:ext uri="{FF2B5EF4-FFF2-40B4-BE49-F238E27FC236}">
                  <a16:creationId xmlns:a16="http://schemas.microsoft.com/office/drawing/2014/main" id="{0A1357DF-1031-44B6-16CE-77E9BC764F3A}"/>
                </a:ext>
              </a:extLst>
            </p:cNvPr>
            <p:cNvSpPr/>
            <p:nvPr/>
          </p:nvSpPr>
          <p:spPr>
            <a:xfrm>
              <a:off x="512064" y="1773936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32">
              <a:extLst>
                <a:ext uri="{FF2B5EF4-FFF2-40B4-BE49-F238E27FC236}">
                  <a16:creationId xmlns:a16="http://schemas.microsoft.com/office/drawing/2014/main" id="{3425E9F1-3C89-8289-653B-DF48E0E0CA33}"/>
                </a:ext>
              </a:extLst>
            </p:cNvPr>
            <p:cNvSpPr/>
            <p:nvPr/>
          </p:nvSpPr>
          <p:spPr>
            <a:xfrm>
              <a:off x="561442" y="1823314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33">
              <a:extLst>
                <a:ext uri="{FF2B5EF4-FFF2-40B4-BE49-F238E27FC236}">
                  <a16:creationId xmlns:a16="http://schemas.microsoft.com/office/drawing/2014/main" id="{496583F5-BC7C-8839-48BC-39D12944163E}"/>
                </a:ext>
              </a:extLst>
            </p:cNvPr>
            <p:cNvSpPr/>
            <p:nvPr/>
          </p:nvSpPr>
          <p:spPr>
            <a:xfrm>
              <a:off x="2231136" y="1709928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34">
              <a:extLst>
                <a:ext uri="{FF2B5EF4-FFF2-40B4-BE49-F238E27FC236}">
                  <a16:creationId xmlns:a16="http://schemas.microsoft.com/office/drawing/2014/main" id="{FB082EE5-5626-A3A2-4D5C-3D3D31B4B4E3}"/>
                </a:ext>
              </a:extLst>
            </p:cNvPr>
            <p:cNvSpPr/>
            <p:nvPr/>
          </p:nvSpPr>
          <p:spPr>
            <a:xfrm>
              <a:off x="2291486" y="1770278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35">
              <a:extLst>
                <a:ext uri="{FF2B5EF4-FFF2-40B4-BE49-F238E27FC236}">
                  <a16:creationId xmlns:a16="http://schemas.microsoft.com/office/drawing/2014/main" id="{1A4B3D3F-B51B-275D-113C-5A6F712C86CA}"/>
                </a:ext>
              </a:extLst>
            </p:cNvPr>
            <p:cNvSpPr/>
            <p:nvPr/>
          </p:nvSpPr>
          <p:spPr>
            <a:xfrm>
              <a:off x="1755648" y="2240280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36">
              <a:extLst>
                <a:ext uri="{FF2B5EF4-FFF2-40B4-BE49-F238E27FC236}">
                  <a16:creationId xmlns:a16="http://schemas.microsoft.com/office/drawing/2014/main" id="{2A33AA88-C845-E959-C990-EB4215CA568B}"/>
                </a:ext>
              </a:extLst>
            </p:cNvPr>
            <p:cNvSpPr/>
            <p:nvPr/>
          </p:nvSpPr>
          <p:spPr>
            <a:xfrm>
              <a:off x="1799539" y="2284171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FB86353-6E7B-FECD-D950-1911C663E03A}"/>
              </a:ext>
            </a:extLst>
          </p:cNvPr>
          <p:cNvGrpSpPr/>
          <p:nvPr/>
        </p:nvGrpSpPr>
        <p:grpSpPr>
          <a:xfrm>
            <a:off x="4983480" y="3255264"/>
            <a:ext cx="1773936" cy="1316736"/>
            <a:chOff x="4983480" y="3255264"/>
            <a:chExt cx="1773936" cy="1316736"/>
          </a:xfrm>
        </p:grpSpPr>
        <p:sp>
          <p:nvSpPr>
            <p:cNvPr id="64" name="Shape 103">
              <a:extLst>
                <a:ext uri="{FF2B5EF4-FFF2-40B4-BE49-F238E27FC236}">
                  <a16:creationId xmlns:a16="http://schemas.microsoft.com/office/drawing/2014/main" id="{7FA2C82F-797C-FC91-C772-C5D8BACA0CE7}"/>
                </a:ext>
              </a:extLst>
            </p:cNvPr>
            <p:cNvSpPr/>
            <p:nvPr/>
          </p:nvSpPr>
          <p:spPr>
            <a:xfrm>
              <a:off x="5093208" y="3950208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104">
              <a:extLst>
                <a:ext uri="{FF2B5EF4-FFF2-40B4-BE49-F238E27FC236}">
                  <a16:creationId xmlns:a16="http://schemas.microsoft.com/office/drawing/2014/main" id="{A44791E2-64C0-9D7C-7DE3-525C24A4B985}"/>
                </a:ext>
              </a:extLst>
            </p:cNvPr>
            <p:cNvSpPr/>
            <p:nvPr/>
          </p:nvSpPr>
          <p:spPr>
            <a:xfrm>
              <a:off x="5164531" y="4021531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105">
              <a:extLst>
                <a:ext uri="{FF2B5EF4-FFF2-40B4-BE49-F238E27FC236}">
                  <a16:creationId xmlns:a16="http://schemas.microsoft.com/office/drawing/2014/main" id="{C4F925A2-608F-0AED-4BF5-DC0F9652C8B4}"/>
                </a:ext>
              </a:extLst>
            </p:cNvPr>
            <p:cNvSpPr/>
            <p:nvPr/>
          </p:nvSpPr>
          <p:spPr>
            <a:xfrm>
              <a:off x="5568696" y="3694176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106">
              <a:extLst>
                <a:ext uri="{FF2B5EF4-FFF2-40B4-BE49-F238E27FC236}">
                  <a16:creationId xmlns:a16="http://schemas.microsoft.com/office/drawing/2014/main" id="{CF4EFED8-0EAF-20AA-15CF-4762139B3E01}"/>
                </a:ext>
              </a:extLst>
            </p:cNvPr>
            <p:cNvSpPr/>
            <p:nvPr/>
          </p:nvSpPr>
          <p:spPr>
            <a:xfrm>
              <a:off x="5629046" y="3754526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107">
              <a:extLst>
                <a:ext uri="{FF2B5EF4-FFF2-40B4-BE49-F238E27FC236}">
                  <a16:creationId xmlns:a16="http://schemas.microsoft.com/office/drawing/2014/main" id="{80EE4D6F-A304-E940-21A4-0D2E3C80F14F}"/>
                </a:ext>
              </a:extLst>
            </p:cNvPr>
            <p:cNvSpPr/>
            <p:nvPr/>
          </p:nvSpPr>
          <p:spPr>
            <a:xfrm>
              <a:off x="5404104" y="4306824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108">
              <a:extLst>
                <a:ext uri="{FF2B5EF4-FFF2-40B4-BE49-F238E27FC236}">
                  <a16:creationId xmlns:a16="http://schemas.microsoft.com/office/drawing/2014/main" id="{EA841C8C-112C-FFB5-C8D4-0C3B2EFBE7E2}"/>
                </a:ext>
              </a:extLst>
            </p:cNvPr>
            <p:cNvSpPr/>
            <p:nvPr/>
          </p:nvSpPr>
          <p:spPr>
            <a:xfrm>
              <a:off x="5453482" y="4356202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109">
              <a:extLst>
                <a:ext uri="{FF2B5EF4-FFF2-40B4-BE49-F238E27FC236}">
                  <a16:creationId xmlns:a16="http://schemas.microsoft.com/office/drawing/2014/main" id="{916CBA4D-02CC-FB80-AEDB-ADBEB1C973FE}"/>
                </a:ext>
              </a:extLst>
            </p:cNvPr>
            <p:cNvSpPr/>
            <p:nvPr/>
          </p:nvSpPr>
          <p:spPr>
            <a:xfrm>
              <a:off x="5925312" y="3822192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110">
              <a:extLst>
                <a:ext uri="{FF2B5EF4-FFF2-40B4-BE49-F238E27FC236}">
                  <a16:creationId xmlns:a16="http://schemas.microsoft.com/office/drawing/2014/main" id="{2D54EDAA-21AB-10A9-FFE0-19D8BB26D07A}"/>
                </a:ext>
              </a:extLst>
            </p:cNvPr>
            <p:cNvSpPr/>
            <p:nvPr/>
          </p:nvSpPr>
          <p:spPr>
            <a:xfrm>
              <a:off x="5991149" y="3888029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111">
              <a:extLst>
                <a:ext uri="{FF2B5EF4-FFF2-40B4-BE49-F238E27FC236}">
                  <a16:creationId xmlns:a16="http://schemas.microsoft.com/office/drawing/2014/main" id="{D6E99780-9CF3-6206-E124-CAA3DE099290}"/>
                </a:ext>
              </a:extLst>
            </p:cNvPr>
            <p:cNvSpPr/>
            <p:nvPr/>
          </p:nvSpPr>
          <p:spPr>
            <a:xfrm>
              <a:off x="4983480" y="4389120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112">
              <a:extLst>
                <a:ext uri="{FF2B5EF4-FFF2-40B4-BE49-F238E27FC236}">
                  <a16:creationId xmlns:a16="http://schemas.microsoft.com/office/drawing/2014/main" id="{7B75EE57-B61F-C63C-7D73-38D708275C7E}"/>
                </a:ext>
              </a:extLst>
            </p:cNvPr>
            <p:cNvSpPr/>
            <p:nvPr/>
          </p:nvSpPr>
          <p:spPr>
            <a:xfrm>
              <a:off x="5038344" y="4443984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113">
              <a:extLst>
                <a:ext uri="{FF2B5EF4-FFF2-40B4-BE49-F238E27FC236}">
                  <a16:creationId xmlns:a16="http://schemas.microsoft.com/office/drawing/2014/main" id="{053F92D4-993C-1C5E-F42F-B843974475F1}"/>
                </a:ext>
              </a:extLst>
            </p:cNvPr>
            <p:cNvSpPr/>
            <p:nvPr/>
          </p:nvSpPr>
          <p:spPr>
            <a:xfrm>
              <a:off x="6217920" y="3611880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114">
              <a:extLst>
                <a:ext uri="{FF2B5EF4-FFF2-40B4-BE49-F238E27FC236}">
                  <a16:creationId xmlns:a16="http://schemas.microsoft.com/office/drawing/2014/main" id="{6217E75E-CCBA-0ADA-5243-32C0190CE98C}"/>
                </a:ext>
              </a:extLst>
            </p:cNvPr>
            <p:cNvSpPr/>
            <p:nvPr/>
          </p:nvSpPr>
          <p:spPr>
            <a:xfrm>
              <a:off x="6272784" y="3666744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115">
              <a:extLst>
                <a:ext uri="{FF2B5EF4-FFF2-40B4-BE49-F238E27FC236}">
                  <a16:creationId xmlns:a16="http://schemas.microsoft.com/office/drawing/2014/main" id="{44AA2460-19B2-6DF8-0F6A-FC1D9106F8BF}"/>
                </a:ext>
              </a:extLst>
            </p:cNvPr>
            <p:cNvSpPr/>
            <p:nvPr/>
          </p:nvSpPr>
          <p:spPr>
            <a:xfrm>
              <a:off x="5779008" y="4407408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116">
              <a:extLst>
                <a:ext uri="{FF2B5EF4-FFF2-40B4-BE49-F238E27FC236}">
                  <a16:creationId xmlns:a16="http://schemas.microsoft.com/office/drawing/2014/main" id="{28BF7AE3-70AD-B267-EC14-16ECFA52A537}"/>
                </a:ext>
              </a:extLst>
            </p:cNvPr>
            <p:cNvSpPr/>
            <p:nvPr/>
          </p:nvSpPr>
          <p:spPr>
            <a:xfrm>
              <a:off x="5822899" y="4451299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117">
              <a:extLst>
                <a:ext uri="{FF2B5EF4-FFF2-40B4-BE49-F238E27FC236}">
                  <a16:creationId xmlns:a16="http://schemas.microsoft.com/office/drawing/2014/main" id="{6F1363B5-76CC-B660-A9BB-C3CBD0A2F522}"/>
                </a:ext>
              </a:extLst>
            </p:cNvPr>
            <p:cNvSpPr/>
            <p:nvPr/>
          </p:nvSpPr>
          <p:spPr>
            <a:xfrm>
              <a:off x="6409944" y="4123944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118">
              <a:extLst>
                <a:ext uri="{FF2B5EF4-FFF2-40B4-BE49-F238E27FC236}">
                  <a16:creationId xmlns:a16="http://schemas.microsoft.com/office/drawing/2014/main" id="{09B818AF-803C-6E48-DB48-10FC7F287011}"/>
                </a:ext>
              </a:extLst>
            </p:cNvPr>
            <p:cNvSpPr/>
            <p:nvPr/>
          </p:nvSpPr>
          <p:spPr>
            <a:xfrm>
              <a:off x="6459322" y="4173322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119">
              <a:extLst>
                <a:ext uri="{FF2B5EF4-FFF2-40B4-BE49-F238E27FC236}">
                  <a16:creationId xmlns:a16="http://schemas.microsoft.com/office/drawing/2014/main" id="{43B06B3B-53AD-2CB4-01B7-167F0687A79E}"/>
                </a:ext>
              </a:extLst>
            </p:cNvPr>
            <p:cNvSpPr/>
            <p:nvPr/>
          </p:nvSpPr>
          <p:spPr>
            <a:xfrm>
              <a:off x="5312664" y="3483864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120">
              <a:extLst>
                <a:ext uri="{FF2B5EF4-FFF2-40B4-BE49-F238E27FC236}">
                  <a16:creationId xmlns:a16="http://schemas.microsoft.com/office/drawing/2014/main" id="{BA4B22B9-D1A5-C75A-D810-B7755ABEFA4C}"/>
                </a:ext>
              </a:extLst>
            </p:cNvPr>
            <p:cNvSpPr/>
            <p:nvPr/>
          </p:nvSpPr>
          <p:spPr>
            <a:xfrm>
              <a:off x="5362042" y="3533242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121">
              <a:extLst>
                <a:ext uri="{FF2B5EF4-FFF2-40B4-BE49-F238E27FC236}">
                  <a16:creationId xmlns:a16="http://schemas.microsoft.com/office/drawing/2014/main" id="{142A41F5-EBCB-F2BB-C8A8-FE45366D44F5}"/>
                </a:ext>
              </a:extLst>
            </p:cNvPr>
            <p:cNvSpPr/>
            <p:nvPr/>
          </p:nvSpPr>
          <p:spPr>
            <a:xfrm>
              <a:off x="6501384" y="3255264"/>
              <a:ext cx="256032" cy="256032"/>
            </a:xfrm>
            <a:prstGeom prst="ellipse">
              <a:avLst/>
            </a:prstGeom>
            <a:solidFill>
              <a:srgbClr val="FBEAF0"/>
            </a:solidFill>
            <a:ln w="2286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122">
              <a:extLst>
                <a:ext uri="{FF2B5EF4-FFF2-40B4-BE49-F238E27FC236}">
                  <a16:creationId xmlns:a16="http://schemas.microsoft.com/office/drawing/2014/main" id="{7FC68F1C-F799-EEDC-0EF7-66E7048D1B85}"/>
                </a:ext>
              </a:extLst>
            </p:cNvPr>
            <p:cNvSpPr/>
            <p:nvPr/>
          </p:nvSpPr>
          <p:spPr>
            <a:xfrm>
              <a:off x="6578194" y="3332074"/>
              <a:ext cx="102413" cy="102413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742D881-2EC5-925A-3AC1-EE19BB21727A}"/>
              </a:ext>
            </a:extLst>
          </p:cNvPr>
          <p:cNvGrpSpPr/>
          <p:nvPr/>
        </p:nvGrpSpPr>
        <p:grpSpPr>
          <a:xfrm>
            <a:off x="680905" y="3205425"/>
            <a:ext cx="2023974" cy="1467673"/>
            <a:chOff x="680905" y="3205425"/>
            <a:chExt cx="2023974" cy="1467673"/>
          </a:xfrm>
        </p:grpSpPr>
        <p:sp>
          <p:nvSpPr>
            <p:cNvPr id="27" name="Shape 37">
              <a:extLst>
                <a:ext uri="{FF2B5EF4-FFF2-40B4-BE49-F238E27FC236}">
                  <a16:creationId xmlns:a16="http://schemas.microsoft.com/office/drawing/2014/main" id="{684C8E35-6EAC-0F60-7438-86CD2D85E620}"/>
                </a:ext>
              </a:extLst>
            </p:cNvPr>
            <p:cNvSpPr/>
            <p:nvPr/>
          </p:nvSpPr>
          <p:spPr>
            <a:xfrm>
              <a:off x="931750" y="3881510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38">
              <a:extLst>
                <a:ext uri="{FF2B5EF4-FFF2-40B4-BE49-F238E27FC236}">
                  <a16:creationId xmlns:a16="http://schemas.microsoft.com/office/drawing/2014/main" id="{550E4356-2C6C-79E5-A9E0-0AA14B292BB6}"/>
                </a:ext>
              </a:extLst>
            </p:cNvPr>
            <p:cNvSpPr/>
            <p:nvPr/>
          </p:nvSpPr>
          <p:spPr>
            <a:xfrm>
              <a:off x="1003073" y="3952833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39">
              <a:extLst>
                <a:ext uri="{FF2B5EF4-FFF2-40B4-BE49-F238E27FC236}">
                  <a16:creationId xmlns:a16="http://schemas.microsoft.com/office/drawing/2014/main" id="{70F01C98-36CA-6C6D-42A8-2B6947E1C82E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40">
              <a:extLst>
                <a:ext uri="{FF2B5EF4-FFF2-40B4-BE49-F238E27FC236}">
                  <a16:creationId xmlns:a16="http://schemas.microsoft.com/office/drawing/2014/main" id="{B42CA021-F1A1-071E-6182-A0D5367511AC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41">
              <a:extLst>
                <a:ext uri="{FF2B5EF4-FFF2-40B4-BE49-F238E27FC236}">
                  <a16:creationId xmlns:a16="http://schemas.microsoft.com/office/drawing/2014/main" id="{61E16EF0-5253-8E3C-49DD-77CFF67C63D7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42">
              <a:extLst>
                <a:ext uri="{FF2B5EF4-FFF2-40B4-BE49-F238E27FC236}">
                  <a16:creationId xmlns:a16="http://schemas.microsoft.com/office/drawing/2014/main" id="{A0588314-5D60-F8D6-9A50-B141CA2F991E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43">
              <a:extLst>
                <a:ext uri="{FF2B5EF4-FFF2-40B4-BE49-F238E27FC236}">
                  <a16:creationId xmlns:a16="http://schemas.microsoft.com/office/drawing/2014/main" id="{269625B2-ADEE-56B9-C2C4-ADB44C23147D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44">
              <a:extLst>
                <a:ext uri="{FF2B5EF4-FFF2-40B4-BE49-F238E27FC236}">
                  <a16:creationId xmlns:a16="http://schemas.microsoft.com/office/drawing/2014/main" id="{7550B5C0-85A6-D9BC-CEFE-02FC12881C8D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45">
              <a:extLst>
                <a:ext uri="{FF2B5EF4-FFF2-40B4-BE49-F238E27FC236}">
                  <a16:creationId xmlns:a16="http://schemas.microsoft.com/office/drawing/2014/main" id="{DB155BFA-D9CF-F520-68FB-BDBEC66197C1}"/>
                </a:ext>
              </a:extLst>
            </p:cNvPr>
            <p:cNvSpPr/>
            <p:nvPr/>
          </p:nvSpPr>
          <p:spPr>
            <a:xfrm>
              <a:off x="822022" y="4320422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46">
              <a:extLst>
                <a:ext uri="{FF2B5EF4-FFF2-40B4-BE49-F238E27FC236}">
                  <a16:creationId xmlns:a16="http://schemas.microsoft.com/office/drawing/2014/main" id="{F86D3913-10E0-D255-8AD9-1263698E72F5}"/>
                </a:ext>
              </a:extLst>
            </p:cNvPr>
            <p:cNvSpPr/>
            <p:nvPr/>
          </p:nvSpPr>
          <p:spPr>
            <a:xfrm>
              <a:off x="876886" y="4375286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47">
              <a:extLst>
                <a:ext uri="{FF2B5EF4-FFF2-40B4-BE49-F238E27FC236}">
                  <a16:creationId xmlns:a16="http://schemas.microsoft.com/office/drawing/2014/main" id="{C8B9CB5E-F7D8-CAD9-8438-697473048288}"/>
                </a:ext>
              </a:extLst>
            </p:cNvPr>
            <p:cNvSpPr/>
            <p:nvPr/>
          </p:nvSpPr>
          <p:spPr>
            <a:xfrm>
              <a:off x="2056462" y="3543182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48">
              <a:extLst>
                <a:ext uri="{FF2B5EF4-FFF2-40B4-BE49-F238E27FC236}">
                  <a16:creationId xmlns:a16="http://schemas.microsoft.com/office/drawing/2014/main" id="{3EC51F8B-791E-5D41-1D1F-059AC4B3E448}"/>
                </a:ext>
              </a:extLst>
            </p:cNvPr>
            <p:cNvSpPr/>
            <p:nvPr/>
          </p:nvSpPr>
          <p:spPr>
            <a:xfrm>
              <a:off x="2111326" y="3598046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49">
              <a:extLst>
                <a:ext uri="{FF2B5EF4-FFF2-40B4-BE49-F238E27FC236}">
                  <a16:creationId xmlns:a16="http://schemas.microsoft.com/office/drawing/2014/main" id="{3538F2CE-C05B-0CCF-CF74-580AEFA92D71}"/>
                </a:ext>
              </a:extLst>
            </p:cNvPr>
            <p:cNvSpPr/>
            <p:nvPr/>
          </p:nvSpPr>
          <p:spPr>
            <a:xfrm>
              <a:off x="1617550" y="4338710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50">
              <a:extLst>
                <a:ext uri="{FF2B5EF4-FFF2-40B4-BE49-F238E27FC236}">
                  <a16:creationId xmlns:a16="http://schemas.microsoft.com/office/drawing/2014/main" id="{562DF844-CAD1-FD6C-3483-49A384B295DA}"/>
                </a:ext>
              </a:extLst>
            </p:cNvPr>
            <p:cNvSpPr/>
            <p:nvPr/>
          </p:nvSpPr>
          <p:spPr>
            <a:xfrm>
              <a:off x="1661441" y="4382601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51">
              <a:extLst>
                <a:ext uri="{FF2B5EF4-FFF2-40B4-BE49-F238E27FC236}">
                  <a16:creationId xmlns:a16="http://schemas.microsoft.com/office/drawing/2014/main" id="{4A38112B-56D1-75C1-C69B-69C2333644E5}"/>
                </a:ext>
              </a:extLst>
            </p:cNvPr>
            <p:cNvSpPr/>
            <p:nvPr/>
          </p:nvSpPr>
          <p:spPr>
            <a:xfrm>
              <a:off x="2248486" y="4055246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2">
              <a:extLst>
                <a:ext uri="{FF2B5EF4-FFF2-40B4-BE49-F238E27FC236}">
                  <a16:creationId xmlns:a16="http://schemas.microsoft.com/office/drawing/2014/main" id="{3E1D68A6-C434-966A-1A81-91B5A0262524}"/>
                </a:ext>
              </a:extLst>
            </p:cNvPr>
            <p:cNvSpPr/>
            <p:nvPr/>
          </p:nvSpPr>
          <p:spPr>
            <a:xfrm>
              <a:off x="2297864" y="4104624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53">
              <a:extLst>
                <a:ext uri="{FF2B5EF4-FFF2-40B4-BE49-F238E27FC236}">
                  <a16:creationId xmlns:a16="http://schemas.microsoft.com/office/drawing/2014/main" id="{857982CF-8E64-4827-0192-54FC10D0DBA0}"/>
                </a:ext>
              </a:extLst>
            </p:cNvPr>
            <p:cNvSpPr/>
            <p:nvPr/>
          </p:nvSpPr>
          <p:spPr>
            <a:xfrm>
              <a:off x="1151206" y="341516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54">
              <a:extLst>
                <a:ext uri="{FF2B5EF4-FFF2-40B4-BE49-F238E27FC236}">
                  <a16:creationId xmlns:a16="http://schemas.microsoft.com/office/drawing/2014/main" id="{86BFCE6F-78BA-C7A2-B883-C0C2BFE39ACA}"/>
                </a:ext>
              </a:extLst>
            </p:cNvPr>
            <p:cNvSpPr/>
            <p:nvPr/>
          </p:nvSpPr>
          <p:spPr>
            <a:xfrm>
              <a:off x="1200584" y="346454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55">
              <a:extLst>
                <a:ext uri="{FF2B5EF4-FFF2-40B4-BE49-F238E27FC236}">
                  <a16:creationId xmlns:a16="http://schemas.microsoft.com/office/drawing/2014/main" id="{CAE93558-8B13-B591-309D-F0B24478C732}"/>
                </a:ext>
              </a:extLst>
            </p:cNvPr>
            <p:cNvSpPr/>
            <p:nvPr/>
          </p:nvSpPr>
          <p:spPr>
            <a:xfrm>
              <a:off x="694006" y="3872366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56">
              <a:extLst>
                <a:ext uri="{FF2B5EF4-FFF2-40B4-BE49-F238E27FC236}">
                  <a16:creationId xmlns:a16="http://schemas.microsoft.com/office/drawing/2014/main" id="{DE1E0E3A-494F-96E8-B068-4CCF46E26D83}"/>
                </a:ext>
              </a:extLst>
            </p:cNvPr>
            <p:cNvSpPr/>
            <p:nvPr/>
          </p:nvSpPr>
          <p:spPr>
            <a:xfrm>
              <a:off x="743384" y="3921744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57">
              <a:extLst>
                <a:ext uri="{FF2B5EF4-FFF2-40B4-BE49-F238E27FC236}">
                  <a16:creationId xmlns:a16="http://schemas.microsoft.com/office/drawing/2014/main" id="{731E927D-7D7C-D583-542D-465DC58CE9B1}"/>
                </a:ext>
              </a:extLst>
            </p:cNvPr>
            <p:cNvSpPr/>
            <p:nvPr/>
          </p:nvSpPr>
          <p:spPr>
            <a:xfrm>
              <a:off x="2413078" y="3808358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58">
              <a:extLst>
                <a:ext uri="{FF2B5EF4-FFF2-40B4-BE49-F238E27FC236}">
                  <a16:creationId xmlns:a16="http://schemas.microsoft.com/office/drawing/2014/main" id="{1B93AE93-4958-E467-6817-344842A2A603}"/>
                </a:ext>
              </a:extLst>
            </p:cNvPr>
            <p:cNvSpPr/>
            <p:nvPr/>
          </p:nvSpPr>
          <p:spPr>
            <a:xfrm>
              <a:off x="2473428" y="3868708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59">
              <a:extLst>
                <a:ext uri="{FF2B5EF4-FFF2-40B4-BE49-F238E27FC236}">
                  <a16:creationId xmlns:a16="http://schemas.microsoft.com/office/drawing/2014/main" id="{410357A0-5121-D4EA-EEBE-04B09A7B14EA}"/>
                </a:ext>
              </a:extLst>
            </p:cNvPr>
            <p:cNvSpPr/>
            <p:nvPr/>
          </p:nvSpPr>
          <p:spPr>
            <a:xfrm>
              <a:off x="1937590" y="4338710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60">
              <a:extLst>
                <a:ext uri="{FF2B5EF4-FFF2-40B4-BE49-F238E27FC236}">
                  <a16:creationId xmlns:a16="http://schemas.microsoft.com/office/drawing/2014/main" id="{3F31A8C5-3B2F-CBB5-8F07-756160449E82}"/>
                </a:ext>
              </a:extLst>
            </p:cNvPr>
            <p:cNvSpPr/>
            <p:nvPr/>
          </p:nvSpPr>
          <p:spPr>
            <a:xfrm>
              <a:off x="1981481" y="4382601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61">
              <a:extLst>
                <a:ext uri="{FF2B5EF4-FFF2-40B4-BE49-F238E27FC236}">
                  <a16:creationId xmlns:a16="http://schemas.microsoft.com/office/drawing/2014/main" id="{7CAA1EA0-24DC-DDF3-0605-A1AD02C426DD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2794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62">
              <a:extLst>
                <a:ext uri="{FF2B5EF4-FFF2-40B4-BE49-F238E27FC236}">
                  <a16:creationId xmlns:a16="http://schemas.microsoft.com/office/drawing/2014/main" id="{CF174273-01F0-F0FD-CC9B-42FAA9F2EEE3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63">
              <a:extLst>
                <a:ext uri="{FF2B5EF4-FFF2-40B4-BE49-F238E27FC236}">
                  <a16:creationId xmlns:a16="http://schemas.microsoft.com/office/drawing/2014/main" id="{6A520B4C-79B5-771B-28D6-44F7CFF2BACD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2794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64">
              <a:extLst>
                <a:ext uri="{FF2B5EF4-FFF2-40B4-BE49-F238E27FC236}">
                  <a16:creationId xmlns:a16="http://schemas.microsoft.com/office/drawing/2014/main" id="{93FAD304-BFE6-5B3B-CCC2-2BDCF00F71EE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65">
              <a:extLst>
                <a:ext uri="{FF2B5EF4-FFF2-40B4-BE49-F238E27FC236}">
                  <a16:creationId xmlns:a16="http://schemas.microsoft.com/office/drawing/2014/main" id="{B1C57EEB-B2C2-159A-51D0-4EEEEA065ECD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2794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Shape 66">
              <a:extLst>
                <a:ext uri="{FF2B5EF4-FFF2-40B4-BE49-F238E27FC236}">
                  <a16:creationId xmlns:a16="http://schemas.microsoft.com/office/drawing/2014/main" id="{AE090A21-8621-A7F6-C877-C7E836D96AB4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67">
              <a:extLst>
                <a:ext uri="{FF2B5EF4-FFF2-40B4-BE49-F238E27FC236}">
                  <a16:creationId xmlns:a16="http://schemas.microsoft.com/office/drawing/2014/main" id="{8C49CEA4-2E6F-D4F5-7158-3FB4400426A5}"/>
                </a:ext>
              </a:extLst>
            </p:cNvPr>
            <p:cNvSpPr/>
            <p:nvPr/>
          </p:nvSpPr>
          <p:spPr>
            <a:xfrm>
              <a:off x="1690702" y="3360302"/>
              <a:ext cx="91440" cy="91440"/>
            </a:xfrm>
            <a:prstGeom prst="ellipse">
              <a:avLst/>
            </a:prstGeom>
            <a:solidFill>
              <a:srgbClr val="FBEAF0"/>
            </a:solidFill>
            <a:ln w="1778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68">
              <a:extLst>
                <a:ext uri="{FF2B5EF4-FFF2-40B4-BE49-F238E27FC236}">
                  <a16:creationId xmlns:a16="http://schemas.microsoft.com/office/drawing/2014/main" id="{847074EC-900C-6EDC-B415-DDB859C073E5}"/>
                </a:ext>
              </a:extLst>
            </p:cNvPr>
            <p:cNvSpPr/>
            <p:nvPr/>
          </p:nvSpPr>
          <p:spPr>
            <a:xfrm>
              <a:off x="1718134" y="3387734"/>
              <a:ext cx="36576" cy="36576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69">
              <a:extLst>
                <a:ext uri="{FF2B5EF4-FFF2-40B4-BE49-F238E27FC236}">
                  <a16:creationId xmlns:a16="http://schemas.microsoft.com/office/drawing/2014/main" id="{9F4DC5AD-3A36-A454-C249-2DC5B20048E1}"/>
                </a:ext>
              </a:extLst>
            </p:cNvPr>
            <p:cNvSpPr/>
            <p:nvPr/>
          </p:nvSpPr>
          <p:spPr>
            <a:xfrm>
              <a:off x="1050622" y="4549022"/>
              <a:ext cx="91440" cy="91440"/>
            </a:xfrm>
            <a:prstGeom prst="ellipse">
              <a:avLst/>
            </a:prstGeom>
            <a:solidFill>
              <a:srgbClr val="FBEAF0"/>
            </a:solidFill>
            <a:ln w="1778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70">
              <a:extLst>
                <a:ext uri="{FF2B5EF4-FFF2-40B4-BE49-F238E27FC236}">
                  <a16:creationId xmlns:a16="http://schemas.microsoft.com/office/drawing/2014/main" id="{06CF7A00-FA60-3D46-9CBE-C34C1834C89E}"/>
                </a:ext>
              </a:extLst>
            </p:cNvPr>
            <p:cNvSpPr/>
            <p:nvPr/>
          </p:nvSpPr>
          <p:spPr>
            <a:xfrm>
              <a:off x="1078054" y="4576454"/>
              <a:ext cx="36576" cy="36576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425F7AA0-EDD4-CEB5-173E-543BF32319B2}"/>
                </a:ext>
              </a:extLst>
            </p:cNvPr>
            <p:cNvGrpSpPr/>
            <p:nvPr/>
          </p:nvGrpSpPr>
          <p:grpSpPr>
            <a:xfrm>
              <a:off x="1674890" y="3313569"/>
              <a:ext cx="162963" cy="184087"/>
              <a:chOff x="2752253" y="2670772"/>
              <a:chExt cx="218792" cy="256515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1BA0B805-F159-0FA1-0C2F-5669F85E67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ACDDF6C-EB35-7E5B-5B94-3D96157D8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8B3A85E-CFEC-7AAA-8CD8-03486ABCF490}"/>
                </a:ext>
              </a:extLst>
            </p:cNvPr>
            <p:cNvGrpSpPr/>
            <p:nvPr/>
          </p:nvGrpSpPr>
          <p:grpSpPr>
            <a:xfrm>
              <a:off x="1021531" y="4489011"/>
              <a:ext cx="162963" cy="184087"/>
              <a:chOff x="2752253" y="2670772"/>
              <a:chExt cx="218792" cy="256515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9A8EC93C-0A73-476D-0953-F36026EEC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40C5498A-C545-32FB-4117-41F9B68CE4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3" name="Shape 121">
              <a:extLst>
                <a:ext uri="{FF2B5EF4-FFF2-40B4-BE49-F238E27FC236}">
                  <a16:creationId xmlns:a16="http://schemas.microsoft.com/office/drawing/2014/main" id="{C80169EE-7786-D773-C363-2C064B762C18}"/>
                </a:ext>
              </a:extLst>
            </p:cNvPr>
            <p:cNvSpPr/>
            <p:nvPr/>
          </p:nvSpPr>
          <p:spPr>
            <a:xfrm>
              <a:off x="2367369" y="3259744"/>
              <a:ext cx="256032" cy="256032"/>
            </a:xfrm>
            <a:prstGeom prst="ellipse">
              <a:avLst/>
            </a:prstGeom>
            <a:solidFill>
              <a:srgbClr val="FBEAF0"/>
            </a:solidFill>
            <a:ln w="2286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122">
              <a:extLst>
                <a:ext uri="{FF2B5EF4-FFF2-40B4-BE49-F238E27FC236}">
                  <a16:creationId xmlns:a16="http://schemas.microsoft.com/office/drawing/2014/main" id="{5928ECBB-1E83-25DE-ED07-ECFADF2D3246}"/>
                </a:ext>
              </a:extLst>
            </p:cNvPr>
            <p:cNvSpPr/>
            <p:nvPr/>
          </p:nvSpPr>
          <p:spPr>
            <a:xfrm>
              <a:off x="2444179" y="3336554"/>
              <a:ext cx="102413" cy="102413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55919F2D-E664-4DA4-8724-EBF34620FAF2}"/>
                </a:ext>
              </a:extLst>
            </p:cNvPr>
            <p:cNvSpPr/>
            <p:nvPr/>
          </p:nvSpPr>
          <p:spPr>
            <a:xfrm>
              <a:off x="2265956" y="3205425"/>
              <a:ext cx="438923" cy="374878"/>
            </a:xfrm>
            <a:prstGeom prst="roundRect">
              <a:avLst/>
            </a:prstGeom>
            <a:solidFill>
              <a:schemeClr val="accent1">
                <a:alpha val="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B42E866-13B9-4FFF-4FF2-456D394CCC4F}"/>
                </a:ext>
              </a:extLst>
            </p:cNvPr>
            <p:cNvGrpSpPr/>
            <p:nvPr/>
          </p:nvGrpSpPr>
          <p:grpSpPr>
            <a:xfrm>
              <a:off x="680905" y="3852871"/>
              <a:ext cx="162963" cy="184087"/>
              <a:chOff x="2752253" y="2670772"/>
              <a:chExt cx="218792" cy="256515"/>
            </a:xfrm>
          </p:grpSpPr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7A095F33-18F6-B658-B61E-82F95C31B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3AC8E571-B8AA-DA40-680C-E7B3822B24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3EB5EA3B-39EC-F835-9CCD-1B0E67292AF3}"/>
                </a:ext>
              </a:extLst>
            </p:cNvPr>
            <p:cNvGrpSpPr/>
            <p:nvPr/>
          </p:nvGrpSpPr>
          <p:grpSpPr>
            <a:xfrm>
              <a:off x="1920931" y="4300927"/>
              <a:ext cx="162963" cy="184087"/>
              <a:chOff x="2752253" y="2670772"/>
              <a:chExt cx="218792" cy="256515"/>
            </a:xfrm>
          </p:grpSpPr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A98DF50B-B7B1-70D4-92E7-83110B823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0E8B6934-2593-949A-6B99-99066FA9A9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933E745-0F50-A0FF-A63E-3D1D77CAFEDA}"/>
              </a:ext>
            </a:extLst>
          </p:cNvPr>
          <p:cNvGrpSpPr/>
          <p:nvPr/>
        </p:nvGrpSpPr>
        <p:grpSpPr>
          <a:xfrm>
            <a:off x="5511146" y="567560"/>
            <a:ext cx="1920240" cy="1593970"/>
            <a:chOff x="5511146" y="567560"/>
            <a:chExt cx="1920240" cy="1593970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2BBE1AC7-9F50-06DF-E6D0-E7E05A5B199B}"/>
                </a:ext>
              </a:extLst>
            </p:cNvPr>
            <p:cNvGrpSpPr/>
            <p:nvPr/>
          </p:nvGrpSpPr>
          <p:grpSpPr>
            <a:xfrm>
              <a:off x="5511146" y="567560"/>
              <a:ext cx="1920240" cy="1508234"/>
              <a:chOff x="5511146" y="567560"/>
              <a:chExt cx="1920240" cy="1508234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8FE56FB-16BF-0AB1-C2C5-11FE44042094}"/>
                  </a:ext>
                </a:extLst>
              </p:cNvPr>
              <p:cNvGrpSpPr/>
              <p:nvPr/>
            </p:nvGrpSpPr>
            <p:grpSpPr>
              <a:xfrm>
                <a:off x="5511146" y="662834"/>
                <a:ext cx="1920240" cy="1280160"/>
                <a:chOff x="4855464" y="1261872"/>
                <a:chExt cx="1920240" cy="1280160"/>
              </a:xfrm>
            </p:grpSpPr>
            <p:sp>
              <p:nvSpPr>
                <p:cNvPr id="86" name="Shape 37">
                  <a:extLst>
                    <a:ext uri="{FF2B5EF4-FFF2-40B4-BE49-F238E27FC236}">
                      <a16:creationId xmlns:a16="http://schemas.microsoft.com/office/drawing/2014/main" id="{B6B745C6-CA40-E73D-369B-BC1E6B294C87}"/>
                    </a:ext>
                  </a:extLst>
                </p:cNvPr>
                <p:cNvSpPr/>
                <p:nvPr/>
              </p:nvSpPr>
              <p:spPr>
                <a:xfrm>
                  <a:off x="5093208" y="1783080"/>
                  <a:ext cx="237744" cy="237744"/>
                </a:xfrm>
                <a:prstGeom prst="ellipse">
                  <a:avLst/>
                </a:prstGeom>
                <a:solidFill>
                  <a:srgbClr val="9FE1CB"/>
                </a:solidFill>
                <a:ln w="9525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" name="Shape 38">
                  <a:extLst>
                    <a:ext uri="{FF2B5EF4-FFF2-40B4-BE49-F238E27FC236}">
                      <a16:creationId xmlns:a16="http://schemas.microsoft.com/office/drawing/2014/main" id="{B1EC0E90-66FA-A1D9-A15F-1D0487FC1836}"/>
                    </a:ext>
                  </a:extLst>
                </p:cNvPr>
                <p:cNvSpPr/>
                <p:nvPr/>
              </p:nvSpPr>
              <p:spPr>
                <a:xfrm>
                  <a:off x="5164531" y="1854403"/>
                  <a:ext cx="95098" cy="95098"/>
                </a:xfrm>
                <a:prstGeom prst="ellipse">
                  <a:avLst/>
                </a:prstGeom>
                <a:solidFill>
                  <a:srgbClr val="0F6E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Shape 39">
                  <a:extLst>
                    <a:ext uri="{FF2B5EF4-FFF2-40B4-BE49-F238E27FC236}">
                      <a16:creationId xmlns:a16="http://schemas.microsoft.com/office/drawing/2014/main" id="{6C16C8CD-C712-A219-5605-27A2140EE55B}"/>
                    </a:ext>
                  </a:extLst>
                </p:cNvPr>
                <p:cNvSpPr/>
                <p:nvPr/>
              </p:nvSpPr>
              <p:spPr>
                <a:xfrm>
                  <a:off x="5568696" y="1527048"/>
                  <a:ext cx="201168" cy="201168"/>
                </a:xfrm>
                <a:prstGeom prst="ellipse">
                  <a:avLst/>
                </a:prstGeom>
                <a:solidFill>
                  <a:srgbClr val="B5D4F4"/>
                </a:solidFill>
                <a:ln w="9525">
                  <a:solidFill>
                    <a:srgbClr val="185FA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" name="Shape 40">
                  <a:extLst>
                    <a:ext uri="{FF2B5EF4-FFF2-40B4-BE49-F238E27FC236}">
                      <a16:creationId xmlns:a16="http://schemas.microsoft.com/office/drawing/2014/main" id="{DBF04C89-2253-F5FF-EBCF-4BBB703FED7E}"/>
                    </a:ext>
                  </a:extLst>
                </p:cNvPr>
                <p:cNvSpPr/>
                <p:nvPr/>
              </p:nvSpPr>
              <p:spPr>
                <a:xfrm>
                  <a:off x="5629046" y="1587398"/>
                  <a:ext cx="80467" cy="80467"/>
                </a:xfrm>
                <a:prstGeom prst="ellipse">
                  <a:avLst/>
                </a:prstGeom>
                <a:solidFill>
                  <a:srgbClr val="185FA5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Shape 41">
                  <a:extLst>
                    <a:ext uri="{FF2B5EF4-FFF2-40B4-BE49-F238E27FC236}">
                      <a16:creationId xmlns:a16="http://schemas.microsoft.com/office/drawing/2014/main" id="{221041FF-A9BD-3E69-6E59-4F521658DDDE}"/>
                    </a:ext>
                  </a:extLst>
                </p:cNvPr>
                <p:cNvSpPr/>
                <p:nvPr/>
              </p:nvSpPr>
              <p:spPr>
                <a:xfrm>
                  <a:off x="5404104" y="2139696"/>
                  <a:ext cx="164592" cy="164592"/>
                </a:xfrm>
                <a:prstGeom prst="ellipse">
                  <a:avLst/>
                </a:prstGeom>
                <a:solidFill>
                  <a:srgbClr val="F0997B"/>
                </a:solidFill>
                <a:ln w="9525">
                  <a:solidFill>
                    <a:srgbClr val="993C1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Shape 42">
                  <a:extLst>
                    <a:ext uri="{FF2B5EF4-FFF2-40B4-BE49-F238E27FC236}">
                      <a16:creationId xmlns:a16="http://schemas.microsoft.com/office/drawing/2014/main" id="{3659F5C0-7556-185D-5514-6B9A70398829}"/>
                    </a:ext>
                  </a:extLst>
                </p:cNvPr>
                <p:cNvSpPr/>
                <p:nvPr/>
              </p:nvSpPr>
              <p:spPr>
                <a:xfrm>
                  <a:off x="5453482" y="2189074"/>
                  <a:ext cx="65837" cy="65837"/>
                </a:xfrm>
                <a:prstGeom prst="ellipse">
                  <a:avLst/>
                </a:prstGeom>
                <a:solidFill>
                  <a:srgbClr val="993C1D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Shape 43">
                  <a:extLst>
                    <a:ext uri="{FF2B5EF4-FFF2-40B4-BE49-F238E27FC236}">
                      <a16:creationId xmlns:a16="http://schemas.microsoft.com/office/drawing/2014/main" id="{B2DC487D-FF57-637C-2B0F-44F20B6B21F0}"/>
                    </a:ext>
                  </a:extLst>
                </p:cNvPr>
                <p:cNvSpPr/>
                <p:nvPr/>
              </p:nvSpPr>
              <p:spPr>
                <a:xfrm>
                  <a:off x="5925312" y="1655064"/>
                  <a:ext cx="219456" cy="219456"/>
                </a:xfrm>
                <a:prstGeom prst="ellipse">
                  <a:avLst/>
                </a:prstGeom>
                <a:solidFill>
                  <a:srgbClr val="9FE1CB"/>
                </a:solidFill>
                <a:ln w="9525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Shape 44">
                  <a:extLst>
                    <a:ext uri="{FF2B5EF4-FFF2-40B4-BE49-F238E27FC236}">
                      <a16:creationId xmlns:a16="http://schemas.microsoft.com/office/drawing/2014/main" id="{A88EFDD1-92FC-EC2A-5E02-AEB89AF05258}"/>
                    </a:ext>
                  </a:extLst>
                </p:cNvPr>
                <p:cNvSpPr/>
                <p:nvPr/>
              </p:nvSpPr>
              <p:spPr>
                <a:xfrm>
                  <a:off x="5991149" y="1720901"/>
                  <a:ext cx="87782" cy="87782"/>
                </a:xfrm>
                <a:prstGeom prst="ellipse">
                  <a:avLst/>
                </a:prstGeom>
                <a:solidFill>
                  <a:srgbClr val="0F6E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Shape 45">
                  <a:extLst>
                    <a:ext uri="{FF2B5EF4-FFF2-40B4-BE49-F238E27FC236}">
                      <a16:creationId xmlns:a16="http://schemas.microsoft.com/office/drawing/2014/main" id="{958EFF88-1A93-88A9-80CD-A65B3859DCEF}"/>
                    </a:ext>
                  </a:extLst>
                </p:cNvPr>
                <p:cNvSpPr/>
                <p:nvPr/>
              </p:nvSpPr>
              <p:spPr>
                <a:xfrm>
                  <a:off x="4983480" y="2221992"/>
                  <a:ext cx="182880" cy="182880"/>
                </a:xfrm>
                <a:prstGeom prst="ellipse">
                  <a:avLst/>
                </a:prstGeom>
                <a:solidFill>
                  <a:srgbClr val="B5D4F4"/>
                </a:solidFill>
                <a:ln w="9525">
                  <a:solidFill>
                    <a:srgbClr val="185FA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Shape 46">
                  <a:extLst>
                    <a:ext uri="{FF2B5EF4-FFF2-40B4-BE49-F238E27FC236}">
                      <a16:creationId xmlns:a16="http://schemas.microsoft.com/office/drawing/2014/main" id="{EFDCBFB2-7083-23B0-3C64-3EBEE7E90094}"/>
                    </a:ext>
                  </a:extLst>
                </p:cNvPr>
                <p:cNvSpPr/>
                <p:nvPr/>
              </p:nvSpPr>
              <p:spPr>
                <a:xfrm>
                  <a:off x="5038344" y="2276856"/>
                  <a:ext cx="73152" cy="73152"/>
                </a:xfrm>
                <a:prstGeom prst="ellipse">
                  <a:avLst/>
                </a:prstGeom>
                <a:solidFill>
                  <a:srgbClr val="185FA5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Shape 47">
                  <a:extLst>
                    <a:ext uri="{FF2B5EF4-FFF2-40B4-BE49-F238E27FC236}">
                      <a16:creationId xmlns:a16="http://schemas.microsoft.com/office/drawing/2014/main" id="{082D5222-84EC-B731-E9EE-7C84F237A893}"/>
                    </a:ext>
                  </a:extLst>
                </p:cNvPr>
                <p:cNvSpPr/>
                <p:nvPr/>
              </p:nvSpPr>
              <p:spPr>
                <a:xfrm>
                  <a:off x="6217920" y="1444752"/>
                  <a:ext cx="182880" cy="182880"/>
                </a:xfrm>
                <a:prstGeom prst="ellipse">
                  <a:avLst/>
                </a:prstGeom>
                <a:solidFill>
                  <a:srgbClr val="F0997B"/>
                </a:solidFill>
                <a:ln w="9525">
                  <a:solidFill>
                    <a:srgbClr val="993C1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Shape 48">
                  <a:extLst>
                    <a:ext uri="{FF2B5EF4-FFF2-40B4-BE49-F238E27FC236}">
                      <a16:creationId xmlns:a16="http://schemas.microsoft.com/office/drawing/2014/main" id="{6871ACA6-1889-8DCF-864B-79356493363F}"/>
                    </a:ext>
                  </a:extLst>
                </p:cNvPr>
                <p:cNvSpPr/>
                <p:nvPr/>
              </p:nvSpPr>
              <p:spPr>
                <a:xfrm>
                  <a:off x="6272784" y="1499616"/>
                  <a:ext cx="73152" cy="73152"/>
                </a:xfrm>
                <a:prstGeom prst="ellipse">
                  <a:avLst/>
                </a:prstGeom>
                <a:solidFill>
                  <a:srgbClr val="993C1D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Shape 49">
                  <a:extLst>
                    <a:ext uri="{FF2B5EF4-FFF2-40B4-BE49-F238E27FC236}">
                      <a16:creationId xmlns:a16="http://schemas.microsoft.com/office/drawing/2014/main" id="{3542BB55-3894-C3EE-C9DF-31517E54E7A2}"/>
                    </a:ext>
                  </a:extLst>
                </p:cNvPr>
                <p:cNvSpPr/>
                <p:nvPr/>
              </p:nvSpPr>
              <p:spPr>
                <a:xfrm>
                  <a:off x="5779008" y="2240280"/>
                  <a:ext cx="146304" cy="146304"/>
                </a:xfrm>
                <a:prstGeom prst="ellipse">
                  <a:avLst/>
                </a:prstGeom>
                <a:solidFill>
                  <a:srgbClr val="9FE1CB"/>
                </a:solidFill>
                <a:ln w="9525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Shape 50">
                  <a:extLst>
                    <a:ext uri="{FF2B5EF4-FFF2-40B4-BE49-F238E27FC236}">
                      <a16:creationId xmlns:a16="http://schemas.microsoft.com/office/drawing/2014/main" id="{345B4ECA-8838-BC71-88BA-91E6CE5BFCC2}"/>
                    </a:ext>
                  </a:extLst>
                </p:cNvPr>
                <p:cNvSpPr/>
                <p:nvPr/>
              </p:nvSpPr>
              <p:spPr>
                <a:xfrm>
                  <a:off x="5822899" y="2284171"/>
                  <a:ext cx="58522" cy="58522"/>
                </a:xfrm>
                <a:prstGeom prst="ellipse">
                  <a:avLst/>
                </a:prstGeom>
                <a:solidFill>
                  <a:srgbClr val="0F6E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Shape 51">
                  <a:extLst>
                    <a:ext uri="{FF2B5EF4-FFF2-40B4-BE49-F238E27FC236}">
                      <a16:creationId xmlns:a16="http://schemas.microsoft.com/office/drawing/2014/main" id="{83E2814C-7C41-C134-A007-BFD3CC6FF427}"/>
                    </a:ext>
                  </a:extLst>
                </p:cNvPr>
                <p:cNvSpPr/>
                <p:nvPr/>
              </p:nvSpPr>
              <p:spPr>
                <a:xfrm>
                  <a:off x="6409944" y="1956816"/>
                  <a:ext cx="164592" cy="164592"/>
                </a:xfrm>
                <a:prstGeom prst="ellipse">
                  <a:avLst/>
                </a:prstGeom>
                <a:solidFill>
                  <a:srgbClr val="B5D4F4"/>
                </a:solidFill>
                <a:ln w="9525">
                  <a:solidFill>
                    <a:srgbClr val="185FA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Shape 52">
                  <a:extLst>
                    <a:ext uri="{FF2B5EF4-FFF2-40B4-BE49-F238E27FC236}">
                      <a16:creationId xmlns:a16="http://schemas.microsoft.com/office/drawing/2014/main" id="{419042CE-5AE3-7DB2-87EF-37D77A33A785}"/>
                    </a:ext>
                  </a:extLst>
                </p:cNvPr>
                <p:cNvSpPr/>
                <p:nvPr/>
              </p:nvSpPr>
              <p:spPr>
                <a:xfrm>
                  <a:off x="6459322" y="2006194"/>
                  <a:ext cx="65837" cy="65837"/>
                </a:xfrm>
                <a:prstGeom prst="ellipse">
                  <a:avLst/>
                </a:prstGeom>
                <a:solidFill>
                  <a:srgbClr val="185FA5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Shape 53">
                  <a:extLst>
                    <a:ext uri="{FF2B5EF4-FFF2-40B4-BE49-F238E27FC236}">
                      <a16:creationId xmlns:a16="http://schemas.microsoft.com/office/drawing/2014/main" id="{8122BC58-34C1-FD7B-2CC5-B0D5D3B60E55}"/>
                    </a:ext>
                  </a:extLst>
                </p:cNvPr>
                <p:cNvSpPr/>
                <p:nvPr/>
              </p:nvSpPr>
              <p:spPr>
                <a:xfrm>
                  <a:off x="5312664" y="1316736"/>
                  <a:ext cx="164592" cy="164592"/>
                </a:xfrm>
                <a:prstGeom prst="ellipse">
                  <a:avLst/>
                </a:prstGeom>
                <a:solidFill>
                  <a:srgbClr val="F0997B"/>
                </a:solidFill>
                <a:ln w="9525">
                  <a:solidFill>
                    <a:srgbClr val="993C1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Shape 54">
                  <a:extLst>
                    <a:ext uri="{FF2B5EF4-FFF2-40B4-BE49-F238E27FC236}">
                      <a16:creationId xmlns:a16="http://schemas.microsoft.com/office/drawing/2014/main" id="{72DC1E92-654C-388B-901F-9861E0788B15}"/>
                    </a:ext>
                  </a:extLst>
                </p:cNvPr>
                <p:cNvSpPr/>
                <p:nvPr/>
              </p:nvSpPr>
              <p:spPr>
                <a:xfrm>
                  <a:off x="5362042" y="1366114"/>
                  <a:ext cx="65837" cy="65837"/>
                </a:xfrm>
                <a:prstGeom prst="ellipse">
                  <a:avLst/>
                </a:prstGeom>
                <a:solidFill>
                  <a:srgbClr val="993C1D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Shape 55">
                  <a:extLst>
                    <a:ext uri="{FF2B5EF4-FFF2-40B4-BE49-F238E27FC236}">
                      <a16:creationId xmlns:a16="http://schemas.microsoft.com/office/drawing/2014/main" id="{E91AA244-DD6F-65ED-6401-65C5FF1F78AD}"/>
                    </a:ext>
                  </a:extLst>
                </p:cNvPr>
                <p:cNvSpPr/>
                <p:nvPr/>
              </p:nvSpPr>
              <p:spPr>
                <a:xfrm>
                  <a:off x="4855464" y="1773936"/>
                  <a:ext cx="164592" cy="164592"/>
                </a:xfrm>
                <a:prstGeom prst="ellipse">
                  <a:avLst/>
                </a:prstGeom>
                <a:solidFill>
                  <a:srgbClr val="9FE1CB"/>
                </a:solidFill>
                <a:ln w="9525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Shape 56">
                  <a:extLst>
                    <a:ext uri="{FF2B5EF4-FFF2-40B4-BE49-F238E27FC236}">
                      <a16:creationId xmlns:a16="http://schemas.microsoft.com/office/drawing/2014/main" id="{38123691-7DC0-E699-9B36-C15B024DADD4}"/>
                    </a:ext>
                  </a:extLst>
                </p:cNvPr>
                <p:cNvSpPr/>
                <p:nvPr/>
              </p:nvSpPr>
              <p:spPr>
                <a:xfrm>
                  <a:off x="4904842" y="1823314"/>
                  <a:ext cx="65837" cy="65837"/>
                </a:xfrm>
                <a:prstGeom prst="ellipse">
                  <a:avLst/>
                </a:prstGeom>
                <a:solidFill>
                  <a:srgbClr val="0F6E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Shape 57">
                  <a:extLst>
                    <a:ext uri="{FF2B5EF4-FFF2-40B4-BE49-F238E27FC236}">
                      <a16:creationId xmlns:a16="http://schemas.microsoft.com/office/drawing/2014/main" id="{8E192A98-09A7-162D-F027-80263D71F0CD}"/>
                    </a:ext>
                  </a:extLst>
                </p:cNvPr>
                <p:cNvSpPr/>
                <p:nvPr/>
              </p:nvSpPr>
              <p:spPr>
                <a:xfrm>
                  <a:off x="6574536" y="1709928"/>
                  <a:ext cx="201168" cy="201168"/>
                </a:xfrm>
                <a:prstGeom prst="ellipse">
                  <a:avLst/>
                </a:prstGeom>
                <a:solidFill>
                  <a:srgbClr val="9FE1CB"/>
                </a:solidFill>
                <a:ln w="9525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Shape 58">
                  <a:extLst>
                    <a:ext uri="{FF2B5EF4-FFF2-40B4-BE49-F238E27FC236}">
                      <a16:creationId xmlns:a16="http://schemas.microsoft.com/office/drawing/2014/main" id="{82EAEC27-3EFD-D1BE-4608-BBBA3DEAF5B2}"/>
                    </a:ext>
                  </a:extLst>
                </p:cNvPr>
                <p:cNvSpPr/>
                <p:nvPr/>
              </p:nvSpPr>
              <p:spPr>
                <a:xfrm>
                  <a:off x="6634886" y="1770278"/>
                  <a:ext cx="80467" cy="80467"/>
                </a:xfrm>
                <a:prstGeom prst="ellipse">
                  <a:avLst/>
                </a:prstGeom>
                <a:solidFill>
                  <a:srgbClr val="0F6E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Shape 59">
                  <a:extLst>
                    <a:ext uri="{FF2B5EF4-FFF2-40B4-BE49-F238E27FC236}">
                      <a16:creationId xmlns:a16="http://schemas.microsoft.com/office/drawing/2014/main" id="{FA27816E-B1CD-BBDA-D06F-27873494379C}"/>
                    </a:ext>
                  </a:extLst>
                </p:cNvPr>
                <p:cNvSpPr/>
                <p:nvPr/>
              </p:nvSpPr>
              <p:spPr>
                <a:xfrm>
                  <a:off x="6099048" y="2240280"/>
                  <a:ext cx="146304" cy="146304"/>
                </a:xfrm>
                <a:prstGeom prst="ellipse">
                  <a:avLst/>
                </a:prstGeom>
                <a:solidFill>
                  <a:srgbClr val="B5D4F4"/>
                </a:solidFill>
                <a:ln w="9525">
                  <a:solidFill>
                    <a:srgbClr val="185FA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Shape 60">
                  <a:extLst>
                    <a:ext uri="{FF2B5EF4-FFF2-40B4-BE49-F238E27FC236}">
                      <a16:creationId xmlns:a16="http://schemas.microsoft.com/office/drawing/2014/main" id="{251CCF28-60C3-38E5-51A7-ECC428A1100A}"/>
                    </a:ext>
                  </a:extLst>
                </p:cNvPr>
                <p:cNvSpPr/>
                <p:nvPr/>
              </p:nvSpPr>
              <p:spPr>
                <a:xfrm>
                  <a:off x="6142939" y="2284171"/>
                  <a:ext cx="58522" cy="58522"/>
                </a:xfrm>
                <a:prstGeom prst="ellipse">
                  <a:avLst/>
                </a:prstGeom>
                <a:solidFill>
                  <a:srgbClr val="185FA5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Shape 61">
                  <a:extLst>
                    <a:ext uri="{FF2B5EF4-FFF2-40B4-BE49-F238E27FC236}">
                      <a16:creationId xmlns:a16="http://schemas.microsoft.com/office/drawing/2014/main" id="{104C50A1-74DC-658B-EAF3-8146D14B4485}"/>
                    </a:ext>
                  </a:extLst>
                </p:cNvPr>
                <p:cNvSpPr/>
                <p:nvPr/>
              </p:nvSpPr>
              <p:spPr>
                <a:xfrm>
                  <a:off x="5568696" y="1527048"/>
                  <a:ext cx="201168" cy="201168"/>
                </a:xfrm>
                <a:prstGeom prst="ellipse">
                  <a:avLst/>
                </a:prstGeom>
                <a:solidFill>
                  <a:srgbClr val="B5D4F4"/>
                </a:solidFill>
                <a:ln w="27940">
                  <a:solidFill>
                    <a:srgbClr val="185FA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Shape 62">
                  <a:extLst>
                    <a:ext uri="{FF2B5EF4-FFF2-40B4-BE49-F238E27FC236}">
                      <a16:creationId xmlns:a16="http://schemas.microsoft.com/office/drawing/2014/main" id="{E4803B26-718D-6826-391B-E4CE3A712E68}"/>
                    </a:ext>
                  </a:extLst>
                </p:cNvPr>
                <p:cNvSpPr/>
                <p:nvPr/>
              </p:nvSpPr>
              <p:spPr>
                <a:xfrm>
                  <a:off x="5629046" y="1587398"/>
                  <a:ext cx="80467" cy="80467"/>
                </a:xfrm>
                <a:prstGeom prst="ellipse">
                  <a:avLst/>
                </a:prstGeom>
                <a:solidFill>
                  <a:srgbClr val="185FA5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" name="Shape 63">
                  <a:extLst>
                    <a:ext uri="{FF2B5EF4-FFF2-40B4-BE49-F238E27FC236}">
                      <a16:creationId xmlns:a16="http://schemas.microsoft.com/office/drawing/2014/main" id="{DEE9D6A1-5263-B183-A7C4-92DFCD066318}"/>
                    </a:ext>
                  </a:extLst>
                </p:cNvPr>
                <p:cNvSpPr/>
                <p:nvPr/>
              </p:nvSpPr>
              <p:spPr>
                <a:xfrm>
                  <a:off x="5404104" y="2139696"/>
                  <a:ext cx="164592" cy="164592"/>
                </a:xfrm>
                <a:prstGeom prst="ellipse">
                  <a:avLst/>
                </a:prstGeom>
                <a:solidFill>
                  <a:srgbClr val="F0997B"/>
                </a:solidFill>
                <a:ln w="27940">
                  <a:solidFill>
                    <a:srgbClr val="993C1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" name="Shape 64">
                  <a:extLst>
                    <a:ext uri="{FF2B5EF4-FFF2-40B4-BE49-F238E27FC236}">
                      <a16:creationId xmlns:a16="http://schemas.microsoft.com/office/drawing/2014/main" id="{823C3979-A120-C405-EBD0-044AD57C375C}"/>
                    </a:ext>
                  </a:extLst>
                </p:cNvPr>
                <p:cNvSpPr/>
                <p:nvPr/>
              </p:nvSpPr>
              <p:spPr>
                <a:xfrm>
                  <a:off x="5453482" y="2189074"/>
                  <a:ext cx="65837" cy="65837"/>
                </a:xfrm>
                <a:prstGeom prst="ellipse">
                  <a:avLst/>
                </a:prstGeom>
                <a:solidFill>
                  <a:srgbClr val="993C1D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Shape 65">
                  <a:extLst>
                    <a:ext uri="{FF2B5EF4-FFF2-40B4-BE49-F238E27FC236}">
                      <a16:creationId xmlns:a16="http://schemas.microsoft.com/office/drawing/2014/main" id="{3E0DDD20-F472-B730-75BD-F35A351BE6A2}"/>
                    </a:ext>
                  </a:extLst>
                </p:cNvPr>
                <p:cNvSpPr/>
                <p:nvPr/>
              </p:nvSpPr>
              <p:spPr>
                <a:xfrm>
                  <a:off x="5925312" y="1655064"/>
                  <a:ext cx="219456" cy="219456"/>
                </a:xfrm>
                <a:prstGeom prst="ellipse">
                  <a:avLst/>
                </a:prstGeom>
                <a:solidFill>
                  <a:srgbClr val="9FE1CB"/>
                </a:solidFill>
                <a:ln w="27940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Shape 66">
                  <a:extLst>
                    <a:ext uri="{FF2B5EF4-FFF2-40B4-BE49-F238E27FC236}">
                      <a16:creationId xmlns:a16="http://schemas.microsoft.com/office/drawing/2014/main" id="{A13727A9-E208-112E-6375-8303F54FCFCF}"/>
                    </a:ext>
                  </a:extLst>
                </p:cNvPr>
                <p:cNvSpPr/>
                <p:nvPr/>
              </p:nvSpPr>
              <p:spPr>
                <a:xfrm>
                  <a:off x="5991149" y="1720901"/>
                  <a:ext cx="87782" cy="87782"/>
                </a:xfrm>
                <a:prstGeom prst="ellipse">
                  <a:avLst/>
                </a:prstGeom>
                <a:solidFill>
                  <a:srgbClr val="0F6E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Shape 67">
                  <a:extLst>
                    <a:ext uri="{FF2B5EF4-FFF2-40B4-BE49-F238E27FC236}">
                      <a16:creationId xmlns:a16="http://schemas.microsoft.com/office/drawing/2014/main" id="{3CDFBC42-1365-2124-35AC-3A601EB18A18}"/>
                    </a:ext>
                  </a:extLst>
                </p:cNvPr>
                <p:cNvSpPr/>
                <p:nvPr/>
              </p:nvSpPr>
              <p:spPr>
                <a:xfrm>
                  <a:off x="5852160" y="1261872"/>
                  <a:ext cx="91440" cy="91440"/>
                </a:xfrm>
                <a:prstGeom prst="ellipse">
                  <a:avLst/>
                </a:prstGeom>
                <a:solidFill>
                  <a:srgbClr val="FBEAF0"/>
                </a:solidFill>
                <a:ln w="17780">
                  <a:solidFill>
                    <a:srgbClr val="9935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Shape 68">
                  <a:extLst>
                    <a:ext uri="{FF2B5EF4-FFF2-40B4-BE49-F238E27FC236}">
                      <a16:creationId xmlns:a16="http://schemas.microsoft.com/office/drawing/2014/main" id="{33B96DAA-146C-4D77-53F2-91917918059D}"/>
                    </a:ext>
                  </a:extLst>
                </p:cNvPr>
                <p:cNvSpPr/>
                <p:nvPr/>
              </p:nvSpPr>
              <p:spPr>
                <a:xfrm>
                  <a:off x="5879592" y="1289304"/>
                  <a:ext cx="36576" cy="36576"/>
                </a:xfrm>
                <a:prstGeom prst="ellipse">
                  <a:avLst/>
                </a:prstGeom>
                <a:solidFill>
                  <a:srgbClr val="9935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Shape 69">
                  <a:extLst>
                    <a:ext uri="{FF2B5EF4-FFF2-40B4-BE49-F238E27FC236}">
                      <a16:creationId xmlns:a16="http://schemas.microsoft.com/office/drawing/2014/main" id="{5D3EE87F-49AB-3AD4-2D62-FA6F247A3C53}"/>
                    </a:ext>
                  </a:extLst>
                </p:cNvPr>
                <p:cNvSpPr/>
                <p:nvPr/>
              </p:nvSpPr>
              <p:spPr>
                <a:xfrm>
                  <a:off x="5212080" y="2450592"/>
                  <a:ext cx="91440" cy="91440"/>
                </a:xfrm>
                <a:prstGeom prst="ellipse">
                  <a:avLst/>
                </a:prstGeom>
                <a:solidFill>
                  <a:srgbClr val="FBEAF0"/>
                </a:solidFill>
                <a:ln w="17780">
                  <a:solidFill>
                    <a:srgbClr val="9935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Shape 70">
                  <a:extLst>
                    <a:ext uri="{FF2B5EF4-FFF2-40B4-BE49-F238E27FC236}">
                      <a16:creationId xmlns:a16="http://schemas.microsoft.com/office/drawing/2014/main" id="{A0F27E88-E3A1-7F2D-FA9F-24F19F5204AE}"/>
                    </a:ext>
                  </a:extLst>
                </p:cNvPr>
                <p:cNvSpPr/>
                <p:nvPr/>
              </p:nvSpPr>
              <p:spPr>
                <a:xfrm>
                  <a:off x="5239512" y="2478024"/>
                  <a:ext cx="36576" cy="36576"/>
                </a:xfrm>
                <a:prstGeom prst="ellipse">
                  <a:avLst/>
                </a:prstGeom>
                <a:solidFill>
                  <a:srgbClr val="9935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Shape 71">
                  <a:extLst>
                    <a:ext uri="{FF2B5EF4-FFF2-40B4-BE49-F238E27FC236}">
                      <a16:creationId xmlns:a16="http://schemas.microsoft.com/office/drawing/2014/main" id="{283CEDE2-3C63-C6A4-39BA-D4925D8FA1CA}"/>
                    </a:ext>
                  </a:extLst>
                </p:cNvPr>
                <p:cNvSpPr/>
                <p:nvPr/>
              </p:nvSpPr>
              <p:spPr>
                <a:xfrm>
                  <a:off x="6309360" y="1399032"/>
                  <a:ext cx="91440" cy="91440"/>
                </a:xfrm>
                <a:prstGeom prst="ellipse">
                  <a:avLst/>
                </a:prstGeom>
                <a:solidFill>
                  <a:srgbClr val="FBEAF0"/>
                </a:solidFill>
                <a:ln w="17780">
                  <a:solidFill>
                    <a:srgbClr val="9935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Shape 72">
                  <a:extLst>
                    <a:ext uri="{FF2B5EF4-FFF2-40B4-BE49-F238E27FC236}">
                      <a16:creationId xmlns:a16="http://schemas.microsoft.com/office/drawing/2014/main" id="{BCB498F8-3707-7F63-95CB-D2754A31D888}"/>
                    </a:ext>
                  </a:extLst>
                </p:cNvPr>
                <p:cNvSpPr/>
                <p:nvPr/>
              </p:nvSpPr>
              <p:spPr>
                <a:xfrm>
                  <a:off x="6336792" y="1426464"/>
                  <a:ext cx="36576" cy="36576"/>
                </a:xfrm>
                <a:prstGeom prst="ellipse">
                  <a:avLst/>
                </a:prstGeom>
                <a:solidFill>
                  <a:srgbClr val="993556">
                    <a:alpha val="50000"/>
                  </a:srgbClr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7B6BD400-28AA-A74C-F6BA-359259FA20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25557" y="567560"/>
                <a:ext cx="132594" cy="989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0899D100-C7D8-A9D3-A187-9250AFC869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77501" y="709450"/>
                <a:ext cx="132594" cy="989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59F502E6-C78B-8149-AFAB-61F28CB97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63406" y="1959288"/>
                <a:ext cx="59022" cy="1165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6C21052-EEE7-DA4A-A094-56B7F2DC012D}"/>
                </a:ext>
              </a:extLst>
            </p:cNvPr>
            <p:cNvSpPr txBox="1"/>
            <p:nvPr/>
          </p:nvSpPr>
          <p:spPr>
            <a:xfrm>
              <a:off x="6248400" y="1899920"/>
              <a:ext cx="9364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mutants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784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18585-64A0-565D-C951-7FE452C1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6337F62-A07E-EE99-6B22-02C3C7DE4E25}"/>
              </a:ext>
            </a:extLst>
          </p:cNvPr>
          <p:cNvGrpSpPr/>
          <p:nvPr/>
        </p:nvGrpSpPr>
        <p:grpSpPr>
          <a:xfrm>
            <a:off x="512064" y="1316736"/>
            <a:ext cx="1920240" cy="1088136"/>
            <a:chOff x="512064" y="1316736"/>
            <a:chExt cx="1920240" cy="1088136"/>
          </a:xfrm>
        </p:grpSpPr>
        <p:sp>
          <p:nvSpPr>
            <p:cNvPr id="2" name="Shape 13">
              <a:extLst>
                <a:ext uri="{FF2B5EF4-FFF2-40B4-BE49-F238E27FC236}">
                  <a16:creationId xmlns:a16="http://schemas.microsoft.com/office/drawing/2014/main" id="{D9F9CFB0-A32E-678B-0839-6E51D1335E8A}"/>
                </a:ext>
              </a:extLst>
            </p:cNvPr>
            <p:cNvSpPr/>
            <p:nvPr/>
          </p:nvSpPr>
          <p:spPr>
            <a:xfrm>
              <a:off x="749808" y="1783080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Shape 14">
              <a:extLst>
                <a:ext uri="{FF2B5EF4-FFF2-40B4-BE49-F238E27FC236}">
                  <a16:creationId xmlns:a16="http://schemas.microsoft.com/office/drawing/2014/main" id="{7A4318F9-443D-621E-6503-26FBD20D623E}"/>
                </a:ext>
              </a:extLst>
            </p:cNvPr>
            <p:cNvSpPr/>
            <p:nvPr/>
          </p:nvSpPr>
          <p:spPr>
            <a:xfrm>
              <a:off x="821131" y="1854403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15">
              <a:extLst>
                <a:ext uri="{FF2B5EF4-FFF2-40B4-BE49-F238E27FC236}">
                  <a16:creationId xmlns:a16="http://schemas.microsoft.com/office/drawing/2014/main" id="{20490C09-456C-12C7-83C8-E242D257F1BF}"/>
                </a:ext>
              </a:extLst>
            </p:cNvPr>
            <p:cNvSpPr/>
            <p:nvPr/>
          </p:nvSpPr>
          <p:spPr>
            <a:xfrm>
              <a:off x="1225296" y="1527048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16">
              <a:extLst>
                <a:ext uri="{FF2B5EF4-FFF2-40B4-BE49-F238E27FC236}">
                  <a16:creationId xmlns:a16="http://schemas.microsoft.com/office/drawing/2014/main" id="{24FDEACF-0021-B397-85E5-9CA192D998F3}"/>
                </a:ext>
              </a:extLst>
            </p:cNvPr>
            <p:cNvSpPr/>
            <p:nvPr/>
          </p:nvSpPr>
          <p:spPr>
            <a:xfrm>
              <a:off x="1285646" y="158739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17">
              <a:extLst>
                <a:ext uri="{FF2B5EF4-FFF2-40B4-BE49-F238E27FC236}">
                  <a16:creationId xmlns:a16="http://schemas.microsoft.com/office/drawing/2014/main" id="{B316C662-3FFD-5B47-4E37-511EEE49B5EB}"/>
                </a:ext>
              </a:extLst>
            </p:cNvPr>
            <p:cNvSpPr/>
            <p:nvPr/>
          </p:nvSpPr>
          <p:spPr>
            <a:xfrm>
              <a:off x="1060704" y="213969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18">
              <a:extLst>
                <a:ext uri="{FF2B5EF4-FFF2-40B4-BE49-F238E27FC236}">
                  <a16:creationId xmlns:a16="http://schemas.microsoft.com/office/drawing/2014/main" id="{8C62CB4C-EB9A-31F4-98A2-ABBD48A40764}"/>
                </a:ext>
              </a:extLst>
            </p:cNvPr>
            <p:cNvSpPr/>
            <p:nvPr/>
          </p:nvSpPr>
          <p:spPr>
            <a:xfrm>
              <a:off x="1110082" y="218907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19">
              <a:extLst>
                <a:ext uri="{FF2B5EF4-FFF2-40B4-BE49-F238E27FC236}">
                  <a16:creationId xmlns:a16="http://schemas.microsoft.com/office/drawing/2014/main" id="{5F9F95E1-1466-44D5-F3FD-4AE4F5576093}"/>
                </a:ext>
              </a:extLst>
            </p:cNvPr>
            <p:cNvSpPr/>
            <p:nvPr/>
          </p:nvSpPr>
          <p:spPr>
            <a:xfrm>
              <a:off x="1581912" y="1655064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20">
              <a:extLst>
                <a:ext uri="{FF2B5EF4-FFF2-40B4-BE49-F238E27FC236}">
                  <a16:creationId xmlns:a16="http://schemas.microsoft.com/office/drawing/2014/main" id="{E6554E19-06D7-19A9-3455-18628F154FDE}"/>
                </a:ext>
              </a:extLst>
            </p:cNvPr>
            <p:cNvSpPr/>
            <p:nvPr/>
          </p:nvSpPr>
          <p:spPr>
            <a:xfrm>
              <a:off x="1647749" y="172090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21">
              <a:extLst>
                <a:ext uri="{FF2B5EF4-FFF2-40B4-BE49-F238E27FC236}">
                  <a16:creationId xmlns:a16="http://schemas.microsoft.com/office/drawing/2014/main" id="{C674F3F5-724F-BAD4-05D9-C38CE4F74200}"/>
                </a:ext>
              </a:extLst>
            </p:cNvPr>
            <p:cNvSpPr/>
            <p:nvPr/>
          </p:nvSpPr>
          <p:spPr>
            <a:xfrm>
              <a:off x="640080" y="2221992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22">
              <a:extLst>
                <a:ext uri="{FF2B5EF4-FFF2-40B4-BE49-F238E27FC236}">
                  <a16:creationId xmlns:a16="http://schemas.microsoft.com/office/drawing/2014/main" id="{1310A257-AA1C-6625-B389-8539B5EE21B9}"/>
                </a:ext>
              </a:extLst>
            </p:cNvPr>
            <p:cNvSpPr/>
            <p:nvPr/>
          </p:nvSpPr>
          <p:spPr>
            <a:xfrm>
              <a:off x="694944" y="2276856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23">
              <a:extLst>
                <a:ext uri="{FF2B5EF4-FFF2-40B4-BE49-F238E27FC236}">
                  <a16:creationId xmlns:a16="http://schemas.microsoft.com/office/drawing/2014/main" id="{D1ED0E19-8552-E8CE-D991-7B1962A6A501}"/>
                </a:ext>
              </a:extLst>
            </p:cNvPr>
            <p:cNvSpPr/>
            <p:nvPr/>
          </p:nvSpPr>
          <p:spPr>
            <a:xfrm>
              <a:off x="1874520" y="1444752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24">
              <a:extLst>
                <a:ext uri="{FF2B5EF4-FFF2-40B4-BE49-F238E27FC236}">
                  <a16:creationId xmlns:a16="http://schemas.microsoft.com/office/drawing/2014/main" id="{9FE7142E-E87D-AF25-F614-3CD74D699071}"/>
                </a:ext>
              </a:extLst>
            </p:cNvPr>
            <p:cNvSpPr/>
            <p:nvPr/>
          </p:nvSpPr>
          <p:spPr>
            <a:xfrm>
              <a:off x="1929384" y="1499616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25">
              <a:extLst>
                <a:ext uri="{FF2B5EF4-FFF2-40B4-BE49-F238E27FC236}">
                  <a16:creationId xmlns:a16="http://schemas.microsoft.com/office/drawing/2014/main" id="{0458C01F-D570-2567-960A-222E0AD9E68D}"/>
                </a:ext>
              </a:extLst>
            </p:cNvPr>
            <p:cNvSpPr/>
            <p:nvPr/>
          </p:nvSpPr>
          <p:spPr>
            <a:xfrm>
              <a:off x="1435608" y="2240280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26">
              <a:extLst>
                <a:ext uri="{FF2B5EF4-FFF2-40B4-BE49-F238E27FC236}">
                  <a16:creationId xmlns:a16="http://schemas.microsoft.com/office/drawing/2014/main" id="{EBA921BC-CB49-AC4B-8DBC-0F3CC25960C2}"/>
                </a:ext>
              </a:extLst>
            </p:cNvPr>
            <p:cNvSpPr/>
            <p:nvPr/>
          </p:nvSpPr>
          <p:spPr>
            <a:xfrm>
              <a:off x="1479499" y="2284171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27">
              <a:extLst>
                <a:ext uri="{FF2B5EF4-FFF2-40B4-BE49-F238E27FC236}">
                  <a16:creationId xmlns:a16="http://schemas.microsoft.com/office/drawing/2014/main" id="{CA131828-BC27-B937-C71D-001583BE22BD}"/>
                </a:ext>
              </a:extLst>
            </p:cNvPr>
            <p:cNvSpPr/>
            <p:nvPr/>
          </p:nvSpPr>
          <p:spPr>
            <a:xfrm>
              <a:off x="2066544" y="1956816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28">
              <a:extLst>
                <a:ext uri="{FF2B5EF4-FFF2-40B4-BE49-F238E27FC236}">
                  <a16:creationId xmlns:a16="http://schemas.microsoft.com/office/drawing/2014/main" id="{45D3BB08-4EA0-F7DE-4609-607D7BFB46B6}"/>
                </a:ext>
              </a:extLst>
            </p:cNvPr>
            <p:cNvSpPr/>
            <p:nvPr/>
          </p:nvSpPr>
          <p:spPr>
            <a:xfrm>
              <a:off x="2115922" y="2006194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29">
              <a:extLst>
                <a:ext uri="{FF2B5EF4-FFF2-40B4-BE49-F238E27FC236}">
                  <a16:creationId xmlns:a16="http://schemas.microsoft.com/office/drawing/2014/main" id="{44B4FDD2-CDD0-2772-E31F-B3CAF714CAE6}"/>
                </a:ext>
              </a:extLst>
            </p:cNvPr>
            <p:cNvSpPr/>
            <p:nvPr/>
          </p:nvSpPr>
          <p:spPr>
            <a:xfrm>
              <a:off x="969264" y="131673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30">
              <a:extLst>
                <a:ext uri="{FF2B5EF4-FFF2-40B4-BE49-F238E27FC236}">
                  <a16:creationId xmlns:a16="http://schemas.microsoft.com/office/drawing/2014/main" id="{6960B574-2E60-BB1E-1F8E-A81BDD6A514C}"/>
                </a:ext>
              </a:extLst>
            </p:cNvPr>
            <p:cNvSpPr/>
            <p:nvPr/>
          </p:nvSpPr>
          <p:spPr>
            <a:xfrm>
              <a:off x="1018642" y="136611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31">
              <a:extLst>
                <a:ext uri="{FF2B5EF4-FFF2-40B4-BE49-F238E27FC236}">
                  <a16:creationId xmlns:a16="http://schemas.microsoft.com/office/drawing/2014/main" id="{5529449D-1EBE-D4D8-5778-4876CDC0B9C3}"/>
                </a:ext>
              </a:extLst>
            </p:cNvPr>
            <p:cNvSpPr/>
            <p:nvPr/>
          </p:nvSpPr>
          <p:spPr>
            <a:xfrm>
              <a:off x="512064" y="1773936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32">
              <a:extLst>
                <a:ext uri="{FF2B5EF4-FFF2-40B4-BE49-F238E27FC236}">
                  <a16:creationId xmlns:a16="http://schemas.microsoft.com/office/drawing/2014/main" id="{064116E8-5395-B4C2-092A-4206D95AC253}"/>
                </a:ext>
              </a:extLst>
            </p:cNvPr>
            <p:cNvSpPr/>
            <p:nvPr/>
          </p:nvSpPr>
          <p:spPr>
            <a:xfrm>
              <a:off x="561442" y="1823314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33">
              <a:extLst>
                <a:ext uri="{FF2B5EF4-FFF2-40B4-BE49-F238E27FC236}">
                  <a16:creationId xmlns:a16="http://schemas.microsoft.com/office/drawing/2014/main" id="{0F644D89-A94B-0B1C-CFF3-57108AD1952D}"/>
                </a:ext>
              </a:extLst>
            </p:cNvPr>
            <p:cNvSpPr/>
            <p:nvPr/>
          </p:nvSpPr>
          <p:spPr>
            <a:xfrm>
              <a:off x="2231136" y="1709928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34">
              <a:extLst>
                <a:ext uri="{FF2B5EF4-FFF2-40B4-BE49-F238E27FC236}">
                  <a16:creationId xmlns:a16="http://schemas.microsoft.com/office/drawing/2014/main" id="{21C71F2C-0DED-CA93-9806-C6E9EF7D59FB}"/>
                </a:ext>
              </a:extLst>
            </p:cNvPr>
            <p:cNvSpPr/>
            <p:nvPr/>
          </p:nvSpPr>
          <p:spPr>
            <a:xfrm>
              <a:off x="2291486" y="1770278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35">
              <a:extLst>
                <a:ext uri="{FF2B5EF4-FFF2-40B4-BE49-F238E27FC236}">
                  <a16:creationId xmlns:a16="http://schemas.microsoft.com/office/drawing/2014/main" id="{340D156D-E801-E67D-ACAC-BEDDAD0812AE}"/>
                </a:ext>
              </a:extLst>
            </p:cNvPr>
            <p:cNvSpPr/>
            <p:nvPr/>
          </p:nvSpPr>
          <p:spPr>
            <a:xfrm>
              <a:off x="1755648" y="2240280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36">
              <a:extLst>
                <a:ext uri="{FF2B5EF4-FFF2-40B4-BE49-F238E27FC236}">
                  <a16:creationId xmlns:a16="http://schemas.microsoft.com/office/drawing/2014/main" id="{6033784C-AB92-3B2D-49ED-9BE9B05E6F47}"/>
                </a:ext>
              </a:extLst>
            </p:cNvPr>
            <p:cNvSpPr/>
            <p:nvPr/>
          </p:nvSpPr>
          <p:spPr>
            <a:xfrm>
              <a:off x="1799539" y="2284171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7E2E02B-58BD-DC3D-2396-CDB0C0A47454}"/>
              </a:ext>
            </a:extLst>
          </p:cNvPr>
          <p:cNvGrpSpPr/>
          <p:nvPr/>
        </p:nvGrpSpPr>
        <p:grpSpPr>
          <a:xfrm>
            <a:off x="4983480" y="3255264"/>
            <a:ext cx="1773936" cy="1316736"/>
            <a:chOff x="4983480" y="3255264"/>
            <a:chExt cx="1773936" cy="1316736"/>
          </a:xfrm>
        </p:grpSpPr>
        <p:sp>
          <p:nvSpPr>
            <p:cNvPr id="64" name="Shape 103">
              <a:extLst>
                <a:ext uri="{FF2B5EF4-FFF2-40B4-BE49-F238E27FC236}">
                  <a16:creationId xmlns:a16="http://schemas.microsoft.com/office/drawing/2014/main" id="{84FBA565-FA77-8E25-CBA0-024FFD064A40}"/>
                </a:ext>
              </a:extLst>
            </p:cNvPr>
            <p:cNvSpPr/>
            <p:nvPr/>
          </p:nvSpPr>
          <p:spPr>
            <a:xfrm>
              <a:off x="5093208" y="3950208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104">
              <a:extLst>
                <a:ext uri="{FF2B5EF4-FFF2-40B4-BE49-F238E27FC236}">
                  <a16:creationId xmlns:a16="http://schemas.microsoft.com/office/drawing/2014/main" id="{E47465B5-F843-4734-001C-D318C006D3C0}"/>
                </a:ext>
              </a:extLst>
            </p:cNvPr>
            <p:cNvSpPr/>
            <p:nvPr/>
          </p:nvSpPr>
          <p:spPr>
            <a:xfrm>
              <a:off x="5164531" y="4021531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105">
              <a:extLst>
                <a:ext uri="{FF2B5EF4-FFF2-40B4-BE49-F238E27FC236}">
                  <a16:creationId xmlns:a16="http://schemas.microsoft.com/office/drawing/2014/main" id="{F7E46F7F-2ADE-18E4-9B11-A4B93867D24C}"/>
                </a:ext>
              </a:extLst>
            </p:cNvPr>
            <p:cNvSpPr/>
            <p:nvPr/>
          </p:nvSpPr>
          <p:spPr>
            <a:xfrm>
              <a:off x="5568696" y="3694176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106">
              <a:extLst>
                <a:ext uri="{FF2B5EF4-FFF2-40B4-BE49-F238E27FC236}">
                  <a16:creationId xmlns:a16="http://schemas.microsoft.com/office/drawing/2014/main" id="{98396236-C06B-0597-1B84-ADB5B7D91624}"/>
                </a:ext>
              </a:extLst>
            </p:cNvPr>
            <p:cNvSpPr/>
            <p:nvPr/>
          </p:nvSpPr>
          <p:spPr>
            <a:xfrm>
              <a:off x="5629046" y="3754526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107">
              <a:extLst>
                <a:ext uri="{FF2B5EF4-FFF2-40B4-BE49-F238E27FC236}">
                  <a16:creationId xmlns:a16="http://schemas.microsoft.com/office/drawing/2014/main" id="{A8BEB0ED-D3F5-AB45-94E7-C75E974895E4}"/>
                </a:ext>
              </a:extLst>
            </p:cNvPr>
            <p:cNvSpPr/>
            <p:nvPr/>
          </p:nvSpPr>
          <p:spPr>
            <a:xfrm>
              <a:off x="5404104" y="4306824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108">
              <a:extLst>
                <a:ext uri="{FF2B5EF4-FFF2-40B4-BE49-F238E27FC236}">
                  <a16:creationId xmlns:a16="http://schemas.microsoft.com/office/drawing/2014/main" id="{3AEB770C-5107-621A-AE83-2841EFC57B4A}"/>
                </a:ext>
              </a:extLst>
            </p:cNvPr>
            <p:cNvSpPr/>
            <p:nvPr/>
          </p:nvSpPr>
          <p:spPr>
            <a:xfrm>
              <a:off x="5453482" y="4356202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109">
              <a:extLst>
                <a:ext uri="{FF2B5EF4-FFF2-40B4-BE49-F238E27FC236}">
                  <a16:creationId xmlns:a16="http://schemas.microsoft.com/office/drawing/2014/main" id="{C5F3ABD8-190F-994D-BFB2-73458AAB15CF}"/>
                </a:ext>
              </a:extLst>
            </p:cNvPr>
            <p:cNvSpPr/>
            <p:nvPr/>
          </p:nvSpPr>
          <p:spPr>
            <a:xfrm>
              <a:off x="5925312" y="3822192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110">
              <a:extLst>
                <a:ext uri="{FF2B5EF4-FFF2-40B4-BE49-F238E27FC236}">
                  <a16:creationId xmlns:a16="http://schemas.microsoft.com/office/drawing/2014/main" id="{374095F9-B202-6CD4-E89C-496451CD5500}"/>
                </a:ext>
              </a:extLst>
            </p:cNvPr>
            <p:cNvSpPr/>
            <p:nvPr/>
          </p:nvSpPr>
          <p:spPr>
            <a:xfrm>
              <a:off x="5991149" y="3888029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111">
              <a:extLst>
                <a:ext uri="{FF2B5EF4-FFF2-40B4-BE49-F238E27FC236}">
                  <a16:creationId xmlns:a16="http://schemas.microsoft.com/office/drawing/2014/main" id="{90F94554-C061-1AF2-A9F8-BC2AA8064D21}"/>
                </a:ext>
              </a:extLst>
            </p:cNvPr>
            <p:cNvSpPr/>
            <p:nvPr/>
          </p:nvSpPr>
          <p:spPr>
            <a:xfrm>
              <a:off x="4983480" y="4389120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112">
              <a:extLst>
                <a:ext uri="{FF2B5EF4-FFF2-40B4-BE49-F238E27FC236}">
                  <a16:creationId xmlns:a16="http://schemas.microsoft.com/office/drawing/2014/main" id="{C9D6A4AD-ACF0-1C3D-EEA7-3A12136D7355}"/>
                </a:ext>
              </a:extLst>
            </p:cNvPr>
            <p:cNvSpPr/>
            <p:nvPr/>
          </p:nvSpPr>
          <p:spPr>
            <a:xfrm>
              <a:off x="5038344" y="4443984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113">
              <a:extLst>
                <a:ext uri="{FF2B5EF4-FFF2-40B4-BE49-F238E27FC236}">
                  <a16:creationId xmlns:a16="http://schemas.microsoft.com/office/drawing/2014/main" id="{7604FA45-2701-F66C-D198-075107F52CE3}"/>
                </a:ext>
              </a:extLst>
            </p:cNvPr>
            <p:cNvSpPr/>
            <p:nvPr/>
          </p:nvSpPr>
          <p:spPr>
            <a:xfrm>
              <a:off x="6217920" y="3611880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114">
              <a:extLst>
                <a:ext uri="{FF2B5EF4-FFF2-40B4-BE49-F238E27FC236}">
                  <a16:creationId xmlns:a16="http://schemas.microsoft.com/office/drawing/2014/main" id="{9533EDB8-45B9-4E9B-B1F9-78CADBFC2D3B}"/>
                </a:ext>
              </a:extLst>
            </p:cNvPr>
            <p:cNvSpPr/>
            <p:nvPr/>
          </p:nvSpPr>
          <p:spPr>
            <a:xfrm>
              <a:off x="6272784" y="3666744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115">
              <a:extLst>
                <a:ext uri="{FF2B5EF4-FFF2-40B4-BE49-F238E27FC236}">
                  <a16:creationId xmlns:a16="http://schemas.microsoft.com/office/drawing/2014/main" id="{DA670A53-D3A2-6A66-E189-7F0DC90E570E}"/>
                </a:ext>
              </a:extLst>
            </p:cNvPr>
            <p:cNvSpPr/>
            <p:nvPr/>
          </p:nvSpPr>
          <p:spPr>
            <a:xfrm>
              <a:off x="5779008" y="4407408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116">
              <a:extLst>
                <a:ext uri="{FF2B5EF4-FFF2-40B4-BE49-F238E27FC236}">
                  <a16:creationId xmlns:a16="http://schemas.microsoft.com/office/drawing/2014/main" id="{48432187-987E-40DA-4F1E-9303EC2D8D55}"/>
                </a:ext>
              </a:extLst>
            </p:cNvPr>
            <p:cNvSpPr/>
            <p:nvPr/>
          </p:nvSpPr>
          <p:spPr>
            <a:xfrm>
              <a:off x="5822899" y="4451299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117">
              <a:extLst>
                <a:ext uri="{FF2B5EF4-FFF2-40B4-BE49-F238E27FC236}">
                  <a16:creationId xmlns:a16="http://schemas.microsoft.com/office/drawing/2014/main" id="{D9E94B07-6D98-0A82-BEA1-757472A9AC6D}"/>
                </a:ext>
              </a:extLst>
            </p:cNvPr>
            <p:cNvSpPr/>
            <p:nvPr/>
          </p:nvSpPr>
          <p:spPr>
            <a:xfrm>
              <a:off x="6409944" y="4123944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118">
              <a:extLst>
                <a:ext uri="{FF2B5EF4-FFF2-40B4-BE49-F238E27FC236}">
                  <a16:creationId xmlns:a16="http://schemas.microsoft.com/office/drawing/2014/main" id="{6986614C-0AA1-5DCD-500E-F0F3641AFBFC}"/>
                </a:ext>
              </a:extLst>
            </p:cNvPr>
            <p:cNvSpPr/>
            <p:nvPr/>
          </p:nvSpPr>
          <p:spPr>
            <a:xfrm>
              <a:off x="6459322" y="4173322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119">
              <a:extLst>
                <a:ext uri="{FF2B5EF4-FFF2-40B4-BE49-F238E27FC236}">
                  <a16:creationId xmlns:a16="http://schemas.microsoft.com/office/drawing/2014/main" id="{BE38E462-196C-E881-2578-CB758CEB59A0}"/>
                </a:ext>
              </a:extLst>
            </p:cNvPr>
            <p:cNvSpPr/>
            <p:nvPr/>
          </p:nvSpPr>
          <p:spPr>
            <a:xfrm>
              <a:off x="5312664" y="3483864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120">
              <a:extLst>
                <a:ext uri="{FF2B5EF4-FFF2-40B4-BE49-F238E27FC236}">
                  <a16:creationId xmlns:a16="http://schemas.microsoft.com/office/drawing/2014/main" id="{1D95EED5-2479-15D6-3DE5-6E85A7587520}"/>
                </a:ext>
              </a:extLst>
            </p:cNvPr>
            <p:cNvSpPr/>
            <p:nvPr/>
          </p:nvSpPr>
          <p:spPr>
            <a:xfrm>
              <a:off x="5362042" y="3533242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121">
              <a:extLst>
                <a:ext uri="{FF2B5EF4-FFF2-40B4-BE49-F238E27FC236}">
                  <a16:creationId xmlns:a16="http://schemas.microsoft.com/office/drawing/2014/main" id="{01DA5DA4-7E6E-1FA6-859C-A1FADB2A203C}"/>
                </a:ext>
              </a:extLst>
            </p:cNvPr>
            <p:cNvSpPr/>
            <p:nvPr/>
          </p:nvSpPr>
          <p:spPr>
            <a:xfrm>
              <a:off x="6501384" y="3255264"/>
              <a:ext cx="256032" cy="256032"/>
            </a:xfrm>
            <a:prstGeom prst="ellipse">
              <a:avLst/>
            </a:prstGeom>
            <a:solidFill>
              <a:srgbClr val="FBEAF0"/>
            </a:solidFill>
            <a:ln w="2286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122">
              <a:extLst>
                <a:ext uri="{FF2B5EF4-FFF2-40B4-BE49-F238E27FC236}">
                  <a16:creationId xmlns:a16="http://schemas.microsoft.com/office/drawing/2014/main" id="{5635A98F-938A-2D6C-C961-F44E416D7FC0}"/>
                </a:ext>
              </a:extLst>
            </p:cNvPr>
            <p:cNvSpPr/>
            <p:nvPr/>
          </p:nvSpPr>
          <p:spPr>
            <a:xfrm>
              <a:off x="6578194" y="3332074"/>
              <a:ext cx="102413" cy="102413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DB09926-1C1D-BF31-E825-64E9238144AD}"/>
              </a:ext>
            </a:extLst>
          </p:cNvPr>
          <p:cNvGrpSpPr/>
          <p:nvPr/>
        </p:nvGrpSpPr>
        <p:grpSpPr>
          <a:xfrm>
            <a:off x="680905" y="3205425"/>
            <a:ext cx="2023974" cy="1297877"/>
            <a:chOff x="680905" y="3205425"/>
            <a:chExt cx="2023974" cy="1297877"/>
          </a:xfrm>
        </p:grpSpPr>
        <p:sp>
          <p:nvSpPr>
            <p:cNvPr id="27" name="Shape 37">
              <a:extLst>
                <a:ext uri="{FF2B5EF4-FFF2-40B4-BE49-F238E27FC236}">
                  <a16:creationId xmlns:a16="http://schemas.microsoft.com/office/drawing/2014/main" id="{3DC76410-1496-404B-A7F5-A86571DE74BF}"/>
                </a:ext>
              </a:extLst>
            </p:cNvPr>
            <p:cNvSpPr/>
            <p:nvPr/>
          </p:nvSpPr>
          <p:spPr>
            <a:xfrm>
              <a:off x="931750" y="3881510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38">
              <a:extLst>
                <a:ext uri="{FF2B5EF4-FFF2-40B4-BE49-F238E27FC236}">
                  <a16:creationId xmlns:a16="http://schemas.microsoft.com/office/drawing/2014/main" id="{6B83E934-5A73-DB56-E4E6-A722394C6D48}"/>
                </a:ext>
              </a:extLst>
            </p:cNvPr>
            <p:cNvSpPr/>
            <p:nvPr/>
          </p:nvSpPr>
          <p:spPr>
            <a:xfrm>
              <a:off x="1003073" y="3952833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39">
              <a:extLst>
                <a:ext uri="{FF2B5EF4-FFF2-40B4-BE49-F238E27FC236}">
                  <a16:creationId xmlns:a16="http://schemas.microsoft.com/office/drawing/2014/main" id="{7C695B55-9887-185A-0035-6070CCF3C35B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40">
              <a:extLst>
                <a:ext uri="{FF2B5EF4-FFF2-40B4-BE49-F238E27FC236}">
                  <a16:creationId xmlns:a16="http://schemas.microsoft.com/office/drawing/2014/main" id="{B08932AF-896F-D4B6-0AD2-0BD1F242396F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41">
              <a:extLst>
                <a:ext uri="{FF2B5EF4-FFF2-40B4-BE49-F238E27FC236}">
                  <a16:creationId xmlns:a16="http://schemas.microsoft.com/office/drawing/2014/main" id="{B4B2AF67-365F-EEAD-88C5-99714D9ACEED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42">
              <a:extLst>
                <a:ext uri="{FF2B5EF4-FFF2-40B4-BE49-F238E27FC236}">
                  <a16:creationId xmlns:a16="http://schemas.microsoft.com/office/drawing/2014/main" id="{1D4E2A26-787A-963A-A9EA-87D74A5737F9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43">
              <a:extLst>
                <a:ext uri="{FF2B5EF4-FFF2-40B4-BE49-F238E27FC236}">
                  <a16:creationId xmlns:a16="http://schemas.microsoft.com/office/drawing/2014/main" id="{4DBC421F-3C06-69F5-783A-B9E83FFF8343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44">
              <a:extLst>
                <a:ext uri="{FF2B5EF4-FFF2-40B4-BE49-F238E27FC236}">
                  <a16:creationId xmlns:a16="http://schemas.microsoft.com/office/drawing/2014/main" id="{6C4F5446-0021-7AB1-E74B-E83C4F0DECE8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45">
              <a:extLst>
                <a:ext uri="{FF2B5EF4-FFF2-40B4-BE49-F238E27FC236}">
                  <a16:creationId xmlns:a16="http://schemas.microsoft.com/office/drawing/2014/main" id="{3F35941B-1168-63EB-AC51-A0CEE27FD7B0}"/>
                </a:ext>
              </a:extLst>
            </p:cNvPr>
            <p:cNvSpPr/>
            <p:nvPr/>
          </p:nvSpPr>
          <p:spPr>
            <a:xfrm>
              <a:off x="822022" y="4320422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46">
              <a:extLst>
                <a:ext uri="{FF2B5EF4-FFF2-40B4-BE49-F238E27FC236}">
                  <a16:creationId xmlns:a16="http://schemas.microsoft.com/office/drawing/2014/main" id="{E6D24F81-1B0E-04B8-0F91-A45AA9847526}"/>
                </a:ext>
              </a:extLst>
            </p:cNvPr>
            <p:cNvSpPr/>
            <p:nvPr/>
          </p:nvSpPr>
          <p:spPr>
            <a:xfrm>
              <a:off x="876886" y="4375286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47">
              <a:extLst>
                <a:ext uri="{FF2B5EF4-FFF2-40B4-BE49-F238E27FC236}">
                  <a16:creationId xmlns:a16="http://schemas.microsoft.com/office/drawing/2014/main" id="{39D56546-739C-F960-F24B-D2E24064E1EA}"/>
                </a:ext>
              </a:extLst>
            </p:cNvPr>
            <p:cNvSpPr/>
            <p:nvPr/>
          </p:nvSpPr>
          <p:spPr>
            <a:xfrm>
              <a:off x="2056462" y="3543182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48">
              <a:extLst>
                <a:ext uri="{FF2B5EF4-FFF2-40B4-BE49-F238E27FC236}">
                  <a16:creationId xmlns:a16="http://schemas.microsoft.com/office/drawing/2014/main" id="{B18B832F-777D-FEDE-3137-BC42712D4C5B}"/>
                </a:ext>
              </a:extLst>
            </p:cNvPr>
            <p:cNvSpPr/>
            <p:nvPr/>
          </p:nvSpPr>
          <p:spPr>
            <a:xfrm>
              <a:off x="2111326" y="3598046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49">
              <a:extLst>
                <a:ext uri="{FF2B5EF4-FFF2-40B4-BE49-F238E27FC236}">
                  <a16:creationId xmlns:a16="http://schemas.microsoft.com/office/drawing/2014/main" id="{74221282-E5E8-2BB1-A8B4-2FA936659A2A}"/>
                </a:ext>
              </a:extLst>
            </p:cNvPr>
            <p:cNvSpPr/>
            <p:nvPr/>
          </p:nvSpPr>
          <p:spPr>
            <a:xfrm>
              <a:off x="1617550" y="4338710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50">
              <a:extLst>
                <a:ext uri="{FF2B5EF4-FFF2-40B4-BE49-F238E27FC236}">
                  <a16:creationId xmlns:a16="http://schemas.microsoft.com/office/drawing/2014/main" id="{AA72A113-DEA5-C50A-683A-54FB287B8434}"/>
                </a:ext>
              </a:extLst>
            </p:cNvPr>
            <p:cNvSpPr/>
            <p:nvPr/>
          </p:nvSpPr>
          <p:spPr>
            <a:xfrm>
              <a:off x="1661441" y="4382601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51">
              <a:extLst>
                <a:ext uri="{FF2B5EF4-FFF2-40B4-BE49-F238E27FC236}">
                  <a16:creationId xmlns:a16="http://schemas.microsoft.com/office/drawing/2014/main" id="{7DA02E3E-107D-7F2D-B282-0713A8EC50B6}"/>
                </a:ext>
              </a:extLst>
            </p:cNvPr>
            <p:cNvSpPr/>
            <p:nvPr/>
          </p:nvSpPr>
          <p:spPr>
            <a:xfrm>
              <a:off x="2248486" y="4055246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2">
              <a:extLst>
                <a:ext uri="{FF2B5EF4-FFF2-40B4-BE49-F238E27FC236}">
                  <a16:creationId xmlns:a16="http://schemas.microsoft.com/office/drawing/2014/main" id="{7FF07826-0796-5D8B-A66F-A0FC8F739AFA}"/>
                </a:ext>
              </a:extLst>
            </p:cNvPr>
            <p:cNvSpPr/>
            <p:nvPr/>
          </p:nvSpPr>
          <p:spPr>
            <a:xfrm>
              <a:off x="2297864" y="4104624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53">
              <a:extLst>
                <a:ext uri="{FF2B5EF4-FFF2-40B4-BE49-F238E27FC236}">
                  <a16:creationId xmlns:a16="http://schemas.microsoft.com/office/drawing/2014/main" id="{F6FD80BD-4BD5-C490-653A-072444E6BEFB}"/>
                </a:ext>
              </a:extLst>
            </p:cNvPr>
            <p:cNvSpPr/>
            <p:nvPr/>
          </p:nvSpPr>
          <p:spPr>
            <a:xfrm>
              <a:off x="1151206" y="3415166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54">
              <a:extLst>
                <a:ext uri="{FF2B5EF4-FFF2-40B4-BE49-F238E27FC236}">
                  <a16:creationId xmlns:a16="http://schemas.microsoft.com/office/drawing/2014/main" id="{55D18A36-4A4B-60C1-3F4E-F10C71EEA49F}"/>
                </a:ext>
              </a:extLst>
            </p:cNvPr>
            <p:cNvSpPr/>
            <p:nvPr/>
          </p:nvSpPr>
          <p:spPr>
            <a:xfrm>
              <a:off x="1200584" y="346454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55">
              <a:extLst>
                <a:ext uri="{FF2B5EF4-FFF2-40B4-BE49-F238E27FC236}">
                  <a16:creationId xmlns:a16="http://schemas.microsoft.com/office/drawing/2014/main" id="{4357C791-5050-1986-0261-E08A09022770}"/>
                </a:ext>
              </a:extLst>
            </p:cNvPr>
            <p:cNvSpPr/>
            <p:nvPr/>
          </p:nvSpPr>
          <p:spPr>
            <a:xfrm>
              <a:off x="694006" y="3872366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56">
              <a:extLst>
                <a:ext uri="{FF2B5EF4-FFF2-40B4-BE49-F238E27FC236}">
                  <a16:creationId xmlns:a16="http://schemas.microsoft.com/office/drawing/2014/main" id="{10BA9D62-040F-B766-8381-A2B586008586}"/>
                </a:ext>
              </a:extLst>
            </p:cNvPr>
            <p:cNvSpPr/>
            <p:nvPr/>
          </p:nvSpPr>
          <p:spPr>
            <a:xfrm>
              <a:off x="743384" y="3921744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57">
              <a:extLst>
                <a:ext uri="{FF2B5EF4-FFF2-40B4-BE49-F238E27FC236}">
                  <a16:creationId xmlns:a16="http://schemas.microsoft.com/office/drawing/2014/main" id="{9C46A087-4EEA-06FC-EE1B-9D20AF35E875}"/>
                </a:ext>
              </a:extLst>
            </p:cNvPr>
            <p:cNvSpPr/>
            <p:nvPr/>
          </p:nvSpPr>
          <p:spPr>
            <a:xfrm>
              <a:off x="2413078" y="3808358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58">
              <a:extLst>
                <a:ext uri="{FF2B5EF4-FFF2-40B4-BE49-F238E27FC236}">
                  <a16:creationId xmlns:a16="http://schemas.microsoft.com/office/drawing/2014/main" id="{EA9749F5-E089-9739-90F0-73068ED2AED6}"/>
                </a:ext>
              </a:extLst>
            </p:cNvPr>
            <p:cNvSpPr/>
            <p:nvPr/>
          </p:nvSpPr>
          <p:spPr>
            <a:xfrm>
              <a:off x="2473428" y="3868708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59">
              <a:extLst>
                <a:ext uri="{FF2B5EF4-FFF2-40B4-BE49-F238E27FC236}">
                  <a16:creationId xmlns:a16="http://schemas.microsoft.com/office/drawing/2014/main" id="{27C3CAE4-A814-B1F2-799D-2E6C2B08E03C}"/>
                </a:ext>
              </a:extLst>
            </p:cNvPr>
            <p:cNvSpPr/>
            <p:nvPr/>
          </p:nvSpPr>
          <p:spPr>
            <a:xfrm>
              <a:off x="1937590" y="4338710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60">
              <a:extLst>
                <a:ext uri="{FF2B5EF4-FFF2-40B4-BE49-F238E27FC236}">
                  <a16:creationId xmlns:a16="http://schemas.microsoft.com/office/drawing/2014/main" id="{E769572D-FD8A-0A55-7558-9B6E0AEE9FD8}"/>
                </a:ext>
              </a:extLst>
            </p:cNvPr>
            <p:cNvSpPr/>
            <p:nvPr/>
          </p:nvSpPr>
          <p:spPr>
            <a:xfrm>
              <a:off x="1981481" y="4382601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61">
              <a:extLst>
                <a:ext uri="{FF2B5EF4-FFF2-40B4-BE49-F238E27FC236}">
                  <a16:creationId xmlns:a16="http://schemas.microsoft.com/office/drawing/2014/main" id="{2F0DFE26-4D58-8B23-B396-3DD42B66A855}"/>
                </a:ext>
              </a:extLst>
            </p:cNvPr>
            <p:cNvSpPr/>
            <p:nvPr/>
          </p:nvSpPr>
          <p:spPr>
            <a:xfrm>
              <a:off x="1407238" y="3625478"/>
              <a:ext cx="201168" cy="201168"/>
            </a:xfrm>
            <a:prstGeom prst="ellipse">
              <a:avLst/>
            </a:prstGeom>
            <a:solidFill>
              <a:srgbClr val="B5D4F4"/>
            </a:solidFill>
            <a:ln w="2794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62">
              <a:extLst>
                <a:ext uri="{FF2B5EF4-FFF2-40B4-BE49-F238E27FC236}">
                  <a16:creationId xmlns:a16="http://schemas.microsoft.com/office/drawing/2014/main" id="{0CF12D28-A5D7-D9C7-6234-85D79473E2BD}"/>
                </a:ext>
              </a:extLst>
            </p:cNvPr>
            <p:cNvSpPr/>
            <p:nvPr/>
          </p:nvSpPr>
          <p:spPr>
            <a:xfrm>
              <a:off x="1467588" y="3685828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63">
              <a:extLst>
                <a:ext uri="{FF2B5EF4-FFF2-40B4-BE49-F238E27FC236}">
                  <a16:creationId xmlns:a16="http://schemas.microsoft.com/office/drawing/2014/main" id="{039C36AA-1B99-C83F-AB81-D52726038EF7}"/>
                </a:ext>
              </a:extLst>
            </p:cNvPr>
            <p:cNvSpPr/>
            <p:nvPr/>
          </p:nvSpPr>
          <p:spPr>
            <a:xfrm>
              <a:off x="1242646" y="4238126"/>
              <a:ext cx="164592" cy="164592"/>
            </a:xfrm>
            <a:prstGeom prst="ellipse">
              <a:avLst/>
            </a:prstGeom>
            <a:solidFill>
              <a:srgbClr val="F0997B"/>
            </a:solidFill>
            <a:ln w="2794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64">
              <a:extLst>
                <a:ext uri="{FF2B5EF4-FFF2-40B4-BE49-F238E27FC236}">
                  <a16:creationId xmlns:a16="http://schemas.microsoft.com/office/drawing/2014/main" id="{68B5C1A0-64D5-2DF3-AE77-59657B25B9D6}"/>
                </a:ext>
              </a:extLst>
            </p:cNvPr>
            <p:cNvSpPr/>
            <p:nvPr/>
          </p:nvSpPr>
          <p:spPr>
            <a:xfrm>
              <a:off x="1292024" y="4287504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65">
              <a:extLst>
                <a:ext uri="{FF2B5EF4-FFF2-40B4-BE49-F238E27FC236}">
                  <a16:creationId xmlns:a16="http://schemas.microsoft.com/office/drawing/2014/main" id="{F2FC7ECD-97E5-C3EA-F890-C25FDB6D8EB9}"/>
                </a:ext>
              </a:extLst>
            </p:cNvPr>
            <p:cNvSpPr/>
            <p:nvPr/>
          </p:nvSpPr>
          <p:spPr>
            <a:xfrm>
              <a:off x="1763854" y="3753494"/>
              <a:ext cx="219456" cy="219456"/>
            </a:xfrm>
            <a:prstGeom prst="ellipse">
              <a:avLst/>
            </a:prstGeom>
            <a:solidFill>
              <a:srgbClr val="9FE1CB"/>
            </a:solidFill>
            <a:ln w="2794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Shape 66">
              <a:extLst>
                <a:ext uri="{FF2B5EF4-FFF2-40B4-BE49-F238E27FC236}">
                  <a16:creationId xmlns:a16="http://schemas.microsoft.com/office/drawing/2014/main" id="{EAE0EAD4-9AFA-0EF0-66C5-F368E3C800B2}"/>
                </a:ext>
              </a:extLst>
            </p:cNvPr>
            <p:cNvSpPr/>
            <p:nvPr/>
          </p:nvSpPr>
          <p:spPr>
            <a:xfrm>
              <a:off x="1829691" y="3819331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Shape 121">
              <a:extLst>
                <a:ext uri="{FF2B5EF4-FFF2-40B4-BE49-F238E27FC236}">
                  <a16:creationId xmlns:a16="http://schemas.microsoft.com/office/drawing/2014/main" id="{05F7A492-BBC7-20F3-EA17-C9034FE030F4}"/>
                </a:ext>
              </a:extLst>
            </p:cNvPr>
            <p:cNvSpPr/>
            <p:nvPr/>
          </p:nvSpPr>
          <p:spPr>
            <a:xfrm>
              <a:off x="2367369" y="3259744"/>
              <a:ext cx="256032" cy="256032"/>
            </a:xfrm>
            <a:prstGeom prst="ellipse">
              <a:avLst/>
            </a:prstGeom>
            <a:solidFill>
              <a:srgbClr val="FBEAF0"/>
            </a:solidFill>
            <a:ln w="2286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122">
              <a:extLst>
                <a:ext uri="{FF2B5EF4-FFF2-40B4-BE49-F238E27FC236}">
                  <a16:creationId xmlns:a16="http://schemas.microsoft.com/office/drawing/2014/main" id="{521791C8-223F-A9DA-5DF4-735EE334E6B5}"/>
                </a:ext>
              </a:extLst>
            </p:cNvPr>
            <p:cNvSpPr/>
            <p:nvPr/>
          </p:nvSpPr>
          <p:spPr>
            <a:xfrm>
              <a:off x="2444179" y="3336554"/>
              <a:ext cx="102413" cy="102413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4DBF5FF1-7B51-C3E7-540C-A9DC10F541C7}"/>
                </a:ext>
              </a:extLst>
            </p:cNvPr>
            <p:cNvSpPr/>
            <p:nvPr/>
          </p:nvSpPr>
          <p:spPr>
            <a:xfrm>
              <a:off x="2265956" y="3205425"/>
              <a:ext cx="438923" cy="374878"/>
            </a:xfrm>
            <a:prstGeom prst="roundRect">
              <a:avLst/>
            </a:prstGeom>
            <a:solidFill>
              <a:schemeClr val="accent1">
                <a:alpha val="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32025F07-51BB-ADFC-9FAF-51943F7CC733}"/>
                </a:ext>
              </a:extLst>
            </p:cNvPr>
            <p:cNvGrpSpPr/>
            <p:nvPr/>
          </p:nvGrpSpPr>
          <p:grpSpPr>
            <a:xfrm>
              <a:off x="680905" y="3852871"/>
              <a:ext cx="162963" cy="184087"/>
              <a:chOff x="2752253" y="2670772"/>
              <a:chExt cx="218792" cy="256515"/>
            </a:xfrm>
          </p:grpSpPr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E6169CBE-6325-B0EF-9ADD-DCC5261FAB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74BE8284-F526-5E7F-D4BB-6916BA155E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773B14D-12D7-5C53-AA8F-BDA43AF22CC6}"/>
                </a:ext>
              </a:extLst>
            </p:cNvPr>
            <p:cNvGrpSpPr/>
            <p:nvPr/>
          </p:nvGrpSpPr>
          <p:grpSpPr>
            <a:xfrm>
              <a:off x="1920931" y="4300927"/>
              <a:ext cx="162963" cy="184087"/>
              <a:chOff x="2752253" y="2670772"/>
              <a:chExt cx="218792" cy="256515"/>
            </a:xfrm>
          </p:grpSpPr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4ED552F0-71CB-5C16-42D7-083C8A0C18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09BC26F3-778C-C338-EA56-B7466E2828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>
                    <a:alpha val="6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A55CE73-27A2-10BD-E56C-D7D2C1433268}"/>
              </a:ext>
            </a:extLst>
          </p:cNvPr>
          <p:cNvGrpSpPr/>
          <p:nvPr/>
        </p:nvGrpSpPr>
        <p:grpSpPr>
          <a:xfrm>
            <a:off x="5217089" y="377278"/>
            <a:ext cx="2001662" cy="1449147"/>
            <a:chOff x="5511146" y="356687"/>
            <a:chExt cx="2001662" cy="1449147"/>
          </a:xfrm>
        </p:grpSpPr>
        <p:sp>
          <p:nvSpPr>
            <p:cNvPr id="86" name="Shape 37">
              <a:extLst>
                <a:ext uri="{FF2B5EF4-FFF2-40B4-BE49-F238E27FC236}">
                  <a16:creationId xmlns:a16="http://schemas.microsoft.com/office/drawing/2014/main" id="{2CAC9873-0B30-9D64-3F69-ED4887CF16CE}"/>
                </a:ext>
              </a:extLst>
            </p:cNvPr>
            <p:cNvSpPr/>
            <p:nvPr/>
          </p:nvSpPr>
          <p:spPr>
            <a:xfrm>
              <a:off x="5748890" y="1184042"/>
              <a:ext cx="237744" cy="23774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Shape 38">
              <a:extLst>
                <a:ext uri="{FF2B5EF4-FFF2-40B4-BE49-F238E27FC236}">
                  <a16:creationId xmlns:a16="http://schemas.microsoft.com/office/drawing/2014/main" id="{B947DC19-05E5-EC26-522A-0A3424D0F97E}"/>
                </a:ext>
              </a:extLst>
            </p:cNvPr>
            <p:cNvSpPr/>
            <p:nvPr/>
          </p:nvSpPr>
          <p:spPr>
            <a:xfrm>
              <a:off x="5820213" y="1255365"/>
              <a:ext cx="95098" cy="95098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39">
              <a:extLst>
                <a:ext uri="{FF2B5EF4-FFF2-40B4-BE49-F238E27FC236}">
                  <a16:creationId xmlns:a16="http://schemas.microsoft.com/office/drawing/2014/main" id="{A3D038EA-2E7D-AD77-8A15-EA63DECD0436}"/>
                </a:ext>
              </a:extLst>
            </p:cNvPr>
            <p:cNvSpPr/>
            <p:nvPr/>
          </p:nvSpPr>
          <p:spPr>
            <a:xfrm>
              <a:off x="6224378" y="928010"/>
              <a:ext cx="201168" cy="201168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Shape 40">
              <a:extLst>
                <a:ext uri="{FF2B5EF4-FFF2-40B4-BE49-F238E27FC236}">
                  <a16:creationId xmlns:a16="http://schemas.microsoft.com/office/drawing/2014/main" id="{7C76BFEB-556A-0048-D224-C95C94EAE066}"/>
                </a:ext>
              </a:extLst>
            </p:cNvPr>
            <p:cNvSpPr/>
            <p:nvPr/>
          </p:nvSpPr>
          <p:spPr>
            <a:xfrm>
              <a:off x="6284728" y="988360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41">
              <a:extLst>
                <a:ext uri="{FF2B5EF4-FFF2-40B4-BE49-F238E27FC236}">
                  <a16:creationId xmlns:a16="http://schemas.microsoft.com/office/drawing/2014/main" id="{2DDD8E42-E07E-B016-531D-B9159D3D1424}"/>
                </a:ext>
              </a:extLst>
            </p:cNvPr>
            <p:cNvSpPr/>
            <p:nvPr/>
          </p:nvSpPr>
          <p:spPr>
            <a:xfrm>
              <a:off x="6059786" y="1540658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42">
              <a:extLst>
                <a:ext uri="{FF2B5EF4-FFF2-40B4-BE49-F238E27FC236}">
                  <a16:creationId xmlns:a16="http://schemas.microsoft.com/office/drawing/2014/main" id="{39F7287E-0006-228E-DC64-35F92A80B81B}"/>
                </a:ext>
              </a:extLst>
            </p:cNvPr>
            <p:cNvSpPr/>
            <p:nvPr/>
          </p:nvSpPr>
          <p:spPr>
            <a:xfrm>
              <a:off x="6109164" y="1590036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43">
              <a:extLst>
                <a:ext uri="{FF2B5EF4-FFF2-40B4-BE49-F238E27FC236}">
                  <a16:creationId xmlns:a16="http://schemas.microsoft.com/office/drawing/2014/main" id="{5FC473DF-C686-0A90-4051-9D2BBCF32EC3}"/>
                </a:ext>
              </a:extLst>
            </p:cNvPr>
            <p:cNvSpPr/>
            <p:nvPr/>
          </p:nvSpPr>
          <p:spPr>
            <a:xfrm>
              <a:off x="6580994" y="1056026"/>
              <a:ext cx="219456" cy="219456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44">
              <a:extLst>
                <a:ext uri="{FF2B5EF4-FFF2-40B4-BE49-F238E27FC236}">
                  <a16:creationId xmlns:a16="http://schemas.microsoft.com/office/drawing/2014/main" id="{E43C4F03-651B-B065-4D09-6E3542D39AFB}"/>
                </a:ext>
              </a:extLst>
            </p:cNvPr>
            <p:cNvSpPr/>
            <p:nvPr/>
          </p:nvSpPr>
          <p:spPr>
            <a:xfrm>
              <a:off x="6646831" y="1121863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45">
              <a:extLst>
                <a:ext uri="{FF2B5EF4-FFF2-40B4-BE49-F238E27FC236}">
                  <a16:creationId xmlns:a16="http://schemas.microsoft.com/office/drawing/2014/main" id="{514EC7D4-AA54-46A1-72E3-170E6EDE2F17}"/>
                </a:ext>
              </a:extLst>
            </p:cNvPr>
            <p:cNvSpPr/>
            <p:nvPr/>
          </p:nvSpPr>
          <p:spPr>
            <a:xfrm>
              <a:off x="5639162" y="1622954"/>
              <a:ext cx="182880" cy="182880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46">
              <a:extLst>
                <a:ext uri="{FF2B5EF4-FFF2-40B4-BE49-F238E27FC236}">
                  <a16:creationId xmlns:a16="http://schemas.microsoft.com/office/drawing/2014/main" id="{CECBC843-98DE-E61D-61ED-192014A084E1}"/>
                </a:ext>
              </a:extLst>
            </p:cNvPr>
            <p:cNvSpPr/>
            <p:nvPr/>
          </p:nvSpPr>
          <p:spPr>
            <a:xfrm>
              <a:off x="5694026" y="1677818"/>
              <a:ext cx="73152" cy="7315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47">
              <a:extLst>
                <a:ext uri="{FF2B5EF4-FFF2-40B4-BE49-F238E27FC236}">
                  <a16:creationId xmlns:a16="http://schemas.microsoft.com/office/drawing/2014/main" id="{796631B5-B31E-88BF-45DD-0AB95F2A9A7C}"/>
                </a:ext>
              </a:extLst>
            </p:cNvPr>
            <p:cNvSpPr/>
            <p:nvPr/>
          </p:nvSpPr>
          <p:spPr>
            <a:xfrm>
              <a:off x="6873602" y="845714"/>
              <a:ext cx="182880" cy="182880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48">
              <a:extLst>
                <a:ext uri="{FF2B5EF4-FFF2-40B4-BE49-F238E27FC236}">
                  <a16:creationId xmlns:a16="http://schemas.microsoft.com/office/drawing/2014/main" id="{904CBB0D-5BD0-D59A-E108-FF22993C29EC}"/>
                </a:ext>
              </a:extLst>
            </p:cNvPr>
            <p:cNvSpPr/>
            <p:nvPr/>
          </p:nvSpPr>
          <p:spPr>
            <a:xfrm>
              <a:off x="6928466" y="900578"/>
              <a:ext cx="73152" cy="73152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Shape 49">
              <a:extLst>
                <a:ext uri="{FF2B5EF4-FFF2-40B4-BE49-F238E27FC236}">
                  <a16:creationId xmlns:a16="http://schemas.microsoft.com/office/drawing/2014/main" id="{89C5D3C2-9720-1A86-D530-024B80D79DF3}"/>
                </a:ext>
              </a:extLst>
            </p:cNvPr>
            <p:cNvSpPr/>
            <p:nvPr/>
          </p:nvSpPr>
          <p:spPr>
            <a:xfrm>
              <a:off x="6434690" y="1641242"/>
              <a:ext cx="146304" cy="146304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Shape 50">
              <a:extLst>
                <a:ext uri="{FF2B5EF4-FFF2-40B4-BE49-F238E27FC236}">
                  <a16:creationId xmlns:a16="http://schemas.microsoft.com/office/drawing/2014/main" id="{93059EF2-A82B-6172-7B56-91B2830AC443}"/>
                </a:ext>
              </a:extLst>
            </p:cNvPr>
            <p:cNvSpPr/>
            <p:nvPr/>
          </p:nvSpPr>
          <p:spPr>
            <a:xfrm>
              <a:off x="6478581" y="1685133"/>
              <a:ext cx="58522" cy="5852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Shape 51">
              <a:extLst>
                <a:ext uri="{FF2B5EF4-FFF2-40B4-BE49-F238E27FC236}">
                  <a16:creationId xmlns:a16="http://schemas.microsoft.com/office/drawing/2014/main" id="{D18AA9F7-4D33-16CA-0EDE-99EBC9D3F007}"/>
                </a:ext>
              </a:extLst>
            </p:cNvPr>
            <p:cNvSpPr/>
            <p:nvPr/>
          </p:nvSpPr>
          <p:spPr>
            <a:xfrm>
              <a:off x="7065626" y="1357778"/>
              <a:ext cx="164592" cy="164592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Shape 52">
              <a:extLst>
                <a:ext uri="{FF2B5EF4-FFF2-40B4-BE49-F238E27FC236}">
                  <a16:creationId xmlns:a16="http://schemas.microsoft.com/office/drawing/2014/main" id="{CC7D4C78-F84F-32C5-B4C0-CFDC9A2D8514}"/>
                </a:ext>
              </a:extLst>
            </p:cNvPr>
            <p:cNvSpPr/>
            <p:nvPr/>
          </p:nvSpPr>
          <p:spPr>
            <a:xfrm>
              <a:off x="7115004" y="1407156"/>
              <a:ext cx="65837" cy="6583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Shape 53">
              <a:extLst>
                <a:ext uri="{FF2B5EF4-FFF2-40B4-BE49-F238E27FC236}">
                  <a16:creationId xmlns:a16="http://schemas.microsoft.com/office/drawing/2014/main" id="{7046DD43-1E09-68BC-A6F6-CE57C5AC3F02}"/>
                </a:ext>
              </a:extLst>
            </p:cNvPr>
            <p:cNvSpPr/>
            <p:nvPr/>
          </p:nvSpPr>
          <p:spPr>
            <a:xfrm>
              <a:off x="5968346" y="717698"/>
              <a:ext cx="164592" cy="164592"/>
            </a:xfrm>
            <a:prstGeom prst="ellipse">
              <a:avLst/>
            </a:prstGeom>
            <a:solidFill>
              <a:srgbClr val="F0997B"/>
            </a:solidFill>
            <a:ln w="9525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54">
              <a:extLst>
                <a:ext uri="{FF2B5EF4-FFF2-40B4-BE49-F238E27FC236}">
                  <a16:creationId xmlns:a16="http://schemas.microsoft.com/office/drawing/2014/main" id="{917EB44C-D0FE-835E-7B8D-C3B82E774729}"/>
                </a:ext>
              </a:extLst>
            </p:cNvPr>
            <p:cNvSpPr/>
            <p:nvPr/>
          </p:nvSpPr>
          <p:spPr>
            <a:xfrm>
              <a:off x="6017724" y="767076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Shape 55">
              <a:extLst>
                <a:ext uri="{FF2B5EF4-FFF2-40B4-BE49-F238E27FC236}">
                  <a16:creationId xmlns:a16="http://schemas.microsoft.com/office/drawing/2014/main" id="{DD260CBA-6349-9306-C9E0-A3EF3F54E6DC}"/>
                </a:ext>
              </a:extLst>
            </p:cNvPr>
            <p:cNvSpPr/>
            <p:nvPr/>
          </p:nvSpPr>
          <p:spPr>
            <a:xfrm>
              <a:off x="5511146" y="1174898"/>
              <a:ext cx="164592" cy="164592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Shape 56">
              <a:extLst>
                <a:ext uri="{FF2B5EF4-FFF2-40B4-BE49-F238E27FC236}">
                  <a16:creationId xmlns:a16="http://schemas.microsoft.com/office/drawing/2014/main" id="{3E12391F-9438-FD0F-9592-C4CEF71DACBD}"/>
                </a:ext>
              </a:extLst>
            </p:cNvPr>
            <p:cNvSpPr/>
            <p:nvPr/>
          </p:nvSpPr>
          <p:spPr>
            <a:xfrm>
              <a:off x="5560524" y="1224276"/>
              <a:ext cx="65837" cy="6583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Shape 57">
              <a:extLst>
                <a:ext uri="{FF2B5EF4-FFF2-40B4-BE49-F238E27FC236}">
                  <a16:creationId xmlns:a16="http://schemas.microsoft.com/office/drawing/2014/main" id="{D79EAFA7-9096-9361-B553-7EE4B104A8E4}"/>
                </a:ext>
              </a:extLst>
            </p:cNvPr>
            <p:cNvSpPr/>
            <p:nvPr/>
          </p:nvSpPr>
          <p:spPr>
            <a:xfrm>
              <a:off x="7230218" y="1110890"/>
              <a:ext cx="201168" cy="201168"/>
            </a:xfrm>
            <a:prstGeom prst="ellipse">
              <a:avLst/>
            </a:prstGeom>
            <a:solidFill>
              <a:srgbClr val="9FE1CB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58">
              <a:extLst>
                <a:ext uri="{FF2B5EF4-FFF2-40B4-BE49-F238E27FC236}">
                  <a16:creationId xmlns:a16="http://schemas.microsoft.com/office/drawing/2014/main" id="{6F6AD405-0E8C-A99A-0796-4A9CD4F06A5A}"/>
                </a:ext>
              </a:extLst>
            </p:cNvPr>
            <p:cNvSpPr/>
            <p:nvPr/>
          </p:nvSpPr>
          <p:spPr>
            <a:xfrm>
              <a:off x="7290568" y="1171240"/>
              <a:ext cx="80467" cy="80467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Shape 59">
              <a:extLst>
                <a:ext uri="{FF2B5EF4-FFF2-40B4-BE49-F238E27FC236}">
                  <a16:creationId xmlns:a16="http://schemas.microsoft.com/office/drawing/2014/main" id="{D7F7D96D-8ECA-1B30-AEBA-38A84FD8DF32}"/>
                </a:ext>
              </a:extLst>
            </p:cNvPr>
            <p:cNvSpPr/>
            <p:nvPr/>
          </p:nvSpPr>
          <p:spPr>
            <a:xfrm>
              <a:off x="6754730" y="1641242"/>
              <a:ext cx="146304" cy="146304"/>
            </a:xfrm>
            <a:prstGeom prst="ellipse">
              <a:avLst/>
            </a:prstGeom>
            <a:solidFill>
              <a:srgbClr val="B5D4F4"/>
            </a:solidFill>
            <a:ln w="9525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60">
              <a:extLst>
                <a:ext uri="{FF2B5EF4-FFF2-40B4-BE49-F238E27FC236}">
                  <a16:creationId xmlns:a16="http://schemas.microsoft.com/office/drawing/2014/main" id="{C2978F85-4677-D40F-4565-70424D450ACD}"/>
                </a:ext>
              </a:extLst>
            </p:cNvPr>
            <p:cNvSpPr/>
            <p:nvPr/>
          </p:nvSpPr>
          <p:spPr>
            <a:xfrm>
              <a:off x="6798621" y="1685133"/>
              <a:ext cx="58522" cy="58522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61">
              <a:extLst>
                <a:ext uri="{FF2B5EF4-FFF2-40B4-BE49-F238E27FC236}">
                  <a16:creationId xmlns:a16="http://schemas.microsoft.com/office/drawing/2014/main" id="{5C128ED0-18CA-644C-75C2-2A4210F5440F}"/>
                </a:ext>
              </a:extLst>
            </p:cNvPr>
            <p:cNvSpPr/>
            <p:nvPr/>
          </p:nvSpPr>
          <p:spPr>
            <a:xfrm>
              <a:off x="6224378" y="928010"/>
              <a:ext cx="201168" cy="201168"/>
            </a:xfrm>
            <a:prstGeom prst="ellipse">
              <a:avLst/>
            </a:prstGeom>
            <a:solidFill>
              <a:srgbClr val="B5D4F4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Shape 62">
              <a:extLst>
                <a:ext uri="{FF2B5EF4-FFF2-40B4-BE49-F238E27FC236}">
                  <a16:creationId xmlns:a16="http://schemas.microsoft.com/office/drawing/2014/main" id="{AAD170A7-E1A1-E872-BDF9-80F09C00D93F}"/>
                </a:ext>
              </a:extLst>
            </p:cNvPr>
            <p:cNvSpPr/>
            <p:nvPr/>
          </p:nvSpPr>
          <p:spPr>
            <a:xfrm>
              <a:off x="6284728" y="988360"/>
              <a:ext cx="80467" cy="80467"/>
            </a:xfrm>
            <a:prstGeom prst="ellipse">
              <a:avLst/>
            </a:prstGeom>
            <a:solidFill>
              <a:srgbClr val="185FA5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63">
              <a:extLst>
                <a:ext uri="{FF2B5EF4-FFF2-40B4-BE49-F238E27FC236}">
                  <a16:creationId xmlns:a16="http://schemas.microsoft.com/office/drawing/2014/main" id="{FBAF80A4-7C3A-22B3-10C3-1D8417FF9A18}"/>
                </a:ext>
              </a:extLst>
            </p:cNvPr>
            <p:cNvSpPr/>
            <p:nvPr/>
          </p:nvSpPr>
          <p:spPr>
            <a:xfrm>
              <a:off x="6059786" y="1540658"/>
              <a:ext cx="164592" cy="164592"/>
            </a:xfrm>
            <a:prstGeom prst="ellipse">
              <a:avLst/>
            </a:prstGeom>
            <a:solidFill>
              <a:srgbClr val="F0997B"/>
            </a:solidFill>
            <a:ln w="1270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64">
              <a:extLst>
                <a:ext uri="{FF2B5EF4-FFF2-40B4-BE49-F238E27FC236}">
                  <a16:creationId xmlns:a16="http://schemas.microsoft.com/office/drawing/2014/main" id="{C2D45DCC-9176-C93E-E1A5-DC6974BBDBAB}"/>
                </a:ext>
              </a:extLst>
            </p:cNvPr>
            <p:cNvSpPr/>
            <p:nvPr/>
          </p:nvSpPr>
          <p:spPr>
            <a:xfrm>
              <a:off x="6109164" y="1590036"/>
              <a:ext cx="65837" cy="65837"/>
            </a:xfrm>
            <a:prstGeom prst="ellipse">
              <a:avLst/>
            </a:prstGeom>
            <a:solidFill>
              <a:srgbClr val="993C1D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Shape 65">
              <a:extLst>
                <a:ext uri="{FF2B5EF4-FFF2-40B4-BE49-F238E27FC236}">
                  <a16:creationId xmlns:a16="http://schemas.microsoft.com/office/drawing/2014/main" id="{CEC51F48-0C6A-1901-FACE-E735728BBD85}"/>
                </a:ext>
              </a:extLst>
            </p:cNvPr>
            <p:cNvSpPr/>
            <p:nvPr/>
          </p:nvSpPr>
          <p:spPr>
            <a:xfrm>
              <a:off x="6580994" y="1056026"/>
              <a:ext cx="219456" cy="219456"/>
            </a:xfrm>
            <a:prstGeom prst="ellipse">
              <a:avLst/>
            </a:prstGeom>
            <a:solidFill>
              <a:srgbClr val="9FE1CB"/>
            </a:solidFill>
            <a:ln w="1270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66">
              <a:extLst>
                <a:ext uri="{FF2B5EF4-FFF2-40B4-BE49-F238E27FC236}">
                  <a16:creationId xmlns:a16="http://schemas.microsoft.com/office/drawing/2014/main" id="{CABC6232-536B-F9B9-552C-C2F58FFC40A3}"/>
                </a:ext>
              </a:extLst>
            </p:cNvPr>
            <p:cNvSpPr/>
            <p:nvPr/>
          </p:nvSpPr>
          <p:spPr>
            <a:xfrm>
              <a:off x="6646831" y="1121863"/>
              <a:ext cx="87782" cy="87782"/>
            </a:xfrm>
            <a:prstGeom prst="ellipse">
              <a:avLst/>
            </a:prstGeom>
            <a:solidFill>
              <a:srgbClr val="0F6E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71">
              <a:extLst>
                <a:ext uri="{FF2B5EF4-FFF2-40B4-BE49-F238E27FC236}">
                  <a16:creationId xmlns:a16="http://schemas.microsoft.com/office/drawing/2014/main" id="{2EB674ED-2D95-83F7-80C7-59A634D5E89B}"/>
                </a:ext>
              </a:extLst>
            </p:cNvPr>
            <p:cNvSpPr/>
            <p:nvPr/>
          </p:nvSpPr>
          <p:spPr>
            <a:xfrm>
              <a:off x="7361900" y="641924"/>
              <a:ext cx="91440" cy="91440"/>
            </a:xfrm>
            <a:prstGeom prst="ellipse">
              <a:avLst/>
            </a:prstGeom>
            <a:solidFill>
              <a:srgbClr val="FBEAF0"/>
            </a:solidFill>
            <a:ln w="1778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Shape 72">
              <a:extLst>
                <a:ext uri="{FF2B5EF4-FFF2-40B4-BE49-F238E27FC236}">
                  <a16:creationId xmlns:a16="http://schemas.microsoft.com/office/drawing/2014/main" id="{069C749D-28BD-4B7E-E8F7-73DE3D6A280C}"/>
                </a:ext>
              </a:extLst>
            </p:cNvPr>
            <p:cNvSpPr/>
            <p:nvPr/>
          </p:nvSpPr>
          <p:spPr>
            <a:xfrm>
              <a:off x="7389332" y="669356"/>
              <a:ext cx="36576" cy="36576"/>
            </a:xfrm>
            <a:prstGeom prst="ellipse">
              <a:avLst/>
            </a:prstGeom>
            <a:solidFill>
              <a:srgbClr val="993556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3833356-3011-AB13-B7E0-A1B88B3BB20E}"/>
                </a:ext>
              </a:extLst>
            </p:cNvPr>
            <p:cNvSpPr txBox="1"/>
            <p:nvPr/>
          </p:nvSpPr>
          <p:spPr>
            <a:xfrm>
              <a:off x="6531449" y="356687"/>
              <a:ext cx="9813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2478695C-2187-CED3-C67F-DADE746FB76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089671" y="654507"/>
              <a:ext cx="175110" cy="260868"/>
            </a:xfrm>
            <a:prstGeom prst="curvedConnector2">
              <a:avLst/>
            </a:prstGeom>
            <a:ln w="9525">
              <a:solidFill>
                <a:schemeClr val="dk1">
                  <a:alpha val="8933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1461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7444-8735-BBCE-54B9-EEE18637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302">
            <a:extLst>
              <a:ext uri="{FF2B5EF4-FFF2-40B4-BE49-F238E27FC236}">
                <a16:creationId xmlns:a16="http://schemas.microsoft.com/office/drawing/2014/main" id="{3D0EF3EB-DCF6-0C1F-6CC8-C08464FF3028}"/>
              </a:ext>
            </a:extLst>
          </p:cNvPr>
          <p:cNvGrpSpPr/>
          <p:nvPr/>
        </p:nvGrpSpPr>
        <p:grpSpPr>
          <a:xfrm>
            <a:off x="871880" y="1444752"/>
            <a:ext cx="1014672" cy="605429"/>
            <a:chOff x="871880" y="1444752"/>
            <a:chExt cx="1331700" cy="76178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E4F43C8-DB96-B06D-9E96-1119113532A9}"/>
                </a:ext>
              </a:extLst>
            </p:cNvPr>
            <p:cNvGrpSpPr/>
            <p:nvPr/>
          </p:nvGrpSpPr>
          <p:grpSpPr>
            <a:xfrm>
              <a:off x="1467588" y="1510043"/>
              <a:ext cx="201168" cy="201168"/>
              <a:chOff x="1225296" y="1527048"/>
              <a:chExt cx="201168" cy="201168"/>
            </a:xfrm>
          </p:grpSpPr>
          <p:sp>
            <p:nvSpPr>
              <p:cNvPr id="4" name="Shape 15">
                <a:extLst>
                  <a:ext uri="{FF2B5EF4-FFF2-40B4-BE49-F238E27FC236}">
                    <a16:creationId xmlns:a16="http://schemas.microsoft.com/office/drawing/2014/main" id="{002B7775-1943-1EDB-8C1A-8C46999CD6A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Shape 16">
                <a:extLst>
                  <a:ext uri="{FF2B5EF4-FFF2-40B4-BE49-F238E27FC236}">
                    <a16:creationId xmlns:a16="http://schemas.microsoft.com/office/drawing/2014/main" id="{94E5F78D-71E8-364C-8B2C-7E6F6F30015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FAA45CE-376C-E3DE-BC44-3B88512A5AD7}"/>
                </a:ext>
              </a:extLst>
            </p:cNvPr>
            <p:cNvGrpSpPr/>
            <p:nvPr/>
          </p:nvGrpSpPr>
          <p:grpSpPr>
            <a:xfrm>
              <a:off x="1874520" y="1444752"/>
              <a:ext cx="182880" cy="182880"/>
              <a:chOff x="1874520" y="1444752"/>
              <a:chExt cx="182880" cy="182880"/>
            </a:xfrm>
          </p:grpSpPr>
          <p:sp>
            <p:nvSpPr>
              <p:cNvPr id="12" name="Shape 23">
                <a:extLst>
                  <a:ext uri="{FF2B5EF4-FFF2-40B4-BE49-F238E27FC236}">
                    <a16:creationId xmlns:a16="http://schemas.microsoft.com/office/drawing/2014/main" id="{2EB877A6-9CE4-83C9-47B0-57A34E2FA184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Shape 24">
                <a:extLst>
                  <a:ext uri="{FF2B5EF4-FFF2-40B4-BE49-F238E27FC236}">
                    <a16:creationId xmlns:a16="http://schemas.microsoft.com/office/drawing/2014/main" id="{2429A2CA-9F29-28E1-DE22-92217B6A1BFD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516F2E7-3D6F-69E9-E9B6-8E51861C021E}"/>
                </a:ext>
              </a:extLst>
            </p:cNvPr>
            <p:cNvGrpSpPr/>
            <p:nvPr/>
          </p:nvGrpSpPr>
          <p:grpSpPr>
            <a:xfrm>
              <a:off x="978195" y="1975612"/>
              <a:ext cx="201168" cy="201168"/>
              <a:chOff x="1225296" y="1527048"/>
              <a:chExt cx="201168" cy="201168"/>
            </a:xfrm>
          </p:grpSpPr>
          <p:sp>
            <p:nvSpPr>
              <p:cNvPr id="60" name="Shape 15">
                <a:extLst>
                  <a:ext uri="{FF2B5EF4-FFF2-40B4-BE49-F238E27FC236}">
                    <a16:creationId xmlns:a16="http://schemas.microsoft.com/office/drawing/2014/main" id="{DFD249EA-CE80-11D3-7297-EF1CC7771108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C9044384-BA31-8E92-C521-ABD4A8F218C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800D8AA-B058-88EC-4968-84F52324B50D}"/>
                </a:ext>
              </a:extLst>
            </p:cNvPr>
            <p:cNvGrpSpPr/>
            <p:nvPr/>
          </p:nvGrpSpPr>
          <p:grpSpPr>
            <a:xfrm>
              <a:off x="871880" y="1632056"/>
              <a:ext cx="182880" cy="182880"/>
              <a:chOff x="1874520" y="1444752"/>
              <a:chExt cx="182880" cy="182880"/>
            </a:xfrm>
          </p:grpSpPr>
          <p:sp>
            <p:nvSpPr>
              <p:cNvPr id="85" name="Shape 23">
                <a:extLst>
                  <a:ext uri="{FF2B5EF4-FFF2-40B4-BE49-F238E27FC236}">
                    <a16:creationId xmlns:a16="http://schemas.microsoft.com/office/drawing/2014/main" id="{C4A92621-6F2E-617F-6B4A-2D8EA70D773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Shape 24">
                <a:extLst>
                  <a:ext uri="{FF2B5EF4-FFF2-40B4-BE49-F238E27FC236}">
                    <a16:creationId xmlns:a16="http://schemas.microsoft.com/office/drawing/2014/main" id="{E937DB97-CB81-5881-5F5D-EAE22E5A3CCD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0A395782-72E5-FD32-F687-F0DA981A6851}"/>
                </a:ext>
              </a:extLst>
            </p:cNvPr>
            <p:cNvGrpSpPr/>
            <p:nvPr/>
          </p:nvGrpSpPr>
          <p:grpSpPr>
            <a:xfrm>
              <a:off x="1447471" y="2005366"/>
              <a:ext cx="201168" cy="201168"/>
              <a:chOff x="1225296" y="1527048"/>
              <a:chExt cx="201168" cy="201168"/>
            </a:xfrm>
          </p:grpSpPr>
          <p:sp>
            <p:nvSpPr>
              <p:cNvPr id="123" name="Shape 15">
                <a:extLst>
                  <a:ext uri="{FF2B5EF4-FFF2-40B4-BE49-F238E27FC236}">
                    <a16:creationId xmlns:a16="http://schemas.microsoft.com/office/drawing/2014/main" id="{7D0276B8-34D1-7354-479D-C83212D01702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Shape 16">
                <a:extLst>
                  <a:ext uri="{FF2B5EF4-FFF2-40B4-BE49-F238E27FC236}">
                    <a16:creationId xmlns:a16="http://schemas.microsoft.com/office/drawing/2014/main" id="{D562D2C0-5AEA-D44C-BD8B-1F91157E009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C743C6E1-931D-B37D-83F1-87B14D48F0E3}"/>
                </a:ext>
              </a:extLst>
            </p:cNvPr>
            <p:cNvGrpSpPr/>
            <p:nvPr/>
          </p:nvGrpSpPr>
          <p:grpSpPr>
            <a:xfrm>
              <a:off x="2002412" y="1913763"/>
              <a:ext cx="201168" cy="201168"/>
              <a:chOff x="1225296" y="1527048"/>
              <a:chExt cx="201168" cy="201168"/>
            </a:xfrm>
          </p:grpSpPr>
          <p:sp>
            <p:nvSpPr>
              <p:cNvPr id="126" name="Shape 15">
                <a:extLst>
                  <a:ext uri="{FF2B5EF4-FFF2-40B4-BE49-F238E27FC236}">
                    <a16:creationId xmlns:a16="http://schemas.microsoft.com/office/drawing/2014/main" id="{1F991264-C57A-0E76-CF6B-1C32D64AF7D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Shape 16">
                <a:extLst>
                  <a:ext uri="{FF2B5EF4-FFF2-40B4-BE49-F238E27FC236}">
                    <a16:creationId xmlns:a16="http://schemas.microsoft.com/office/drawing/2014/main" id="{BEFD5683-CD26-70EB-52BE-80EBD979D4F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05AE45C-D653-29AB-9B4D-975BBCAD1216}"/>
              </a:ext>
            </a:extLst>
          </p:cNvPr>
          <p:cNvGrpSpPr/>
          <p:nvPr/>
        </p:nvGrpSpPr>
        <p:grpSpPr>
          <a:xfrm>
            <a:off x="5512572" y="856516"/>
            <a:ext cx="1704802" cy="1008947"/>
            <a:chOff x="5512572" y="834495"/>
            <a:chExt cx="2219568" cy="1303224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FE1047A5-492B-04C1-6059-28115B92B518}"/>
                </a:ext>
              </a:extLst>
            </p:cNvPr>
            <p:cNvGrpSpPr/>
            <p:nvPr/>
          </p:nvGrpSpPr>
          <p:grpSpPr>
            <a:xfrm>
              <a:off x="7019838" y="1167407"/>
              <a:ext cx="179025" cy="162648"/>
              <a:chOff x="7067843" y="717976"/>
              <a:chExt cx="201168" cy="206147"/>
            </a:xfrm>
          </p:grpSpPr>
          <p:sp>
            <p:nvSpPr>
              <p:cNvPr id="120" name="Shape 71">
                <a:extLst>
                  <a:ext uri="{FF2B5EF4-FFF2-40B4-BE49-F238E27FC236}">
                    <a16:creationId xmlns:a16="http://schemas.microsoft.com/office/drawing/2014/main" id="{5CEAA180-280F-E413-B877-965BA7CADEF0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1" name="Shape 72">
                <a:extLst>
                  <a:ext uri="{FF2B5EF4-FFF2-40B4-BE49-F238E27FC236}">
                    <a16:creationId xmlns:a16="http://schemas.microsoft.com/office/drawing/2014/main" id="{FF6AB634-2B1A-851D-4104-A04FB5B29272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2B229C5-AB93-E796-30B4-E73BB543D725}"/>
                </a:ext>
              </a:extLst>
            </p:cNvPr>
            <p:cNvSpPr txBox="1"/>
            <p:nvPr/>
          </p:nvSpPr>
          <p:spPr>
            <a:xfrm>
              <a:off x="6165693" y="834495"/>
              <a:ext cx="1566447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152B413C-18BA-E96D-80B9-FD4AD51836A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70" y="1208569"/>
              <a:ext cx="162647" cy="242445"/>
            </a:xfrm>
            <a:prstGeom prst="curvedConnector2">
              <a:avLst/>
            </a:prstGeom>
            <a:ln w="9525">
              <a:solidFill>
                <a:schemeClr val="dk1">
                  <a:alpha val="8933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EFBB81C-2FC2-5890-2AF2-8F7BA83C4E34}"/>
                </a:ext>
              </a:extLst>
            </p:cNvPr>
            <p:cNvGrpSpPr/>
            <p:nvPr/>
          </p:nvGrpSpPr>
          <p:grpSpPr>
            <a:xfrm>
              <a:off x="6209427" y="1482458"/>
              <a:ext cx="186961" cy="186850"/>
              <a:chOff x="1225296" y="1527048"/>
              <a:chExt cx="201168" cy="201168"/>
            </a:xfrm>
          </p:grpSpPr>
          <p:sp>
            <p:nvSpPr>
              <p:cNvPr id="132" name="Shape 15">
                <a:extLst>
                  <a:ext uri="{FF2B5EF4-FFF2-40B4-BE49-F238E27FC236}">
                    <a16:creationId xmlns:a16="http://schemas.microsoft.com/office/drawing/2014/main" id="{657C814C-B54F-84C6-F9AC-88C11358FB6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Shape 16">
                <a:extLst>
                  <a:ext uri="{FF2B5EF4-FFF2-40B4-BE49-F238E27FC236}">
                    <a16:creationId xmlns:a16="http://schemas.microsoft.com/office/drawing/2014/main" id="{D2625D65-BADD-FF06-941D-CDE97A158A08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69619AA8-77B6-13AC-7E6F-5429599AF8AE}"/>
                </a:ext>
              </a:extLst>
            </p:cNvPr>
            <p:cNvGrpSpPr/>
            <p:nvPr/>
          </p:nvGrpSpPr>
          <p:grpSpPr>
            <a:xfrm>
              <a:off x="6587620" y="1421814"/>
              <a:ext cx="169964" cy="169864"/>
              <a:chOff x="1874520" y="1444752"/>
              <a:chExt cx="182880" cy="182880"/>
            </a:xfrm>
          </p:grpSpPr>
          <p:sp>
            <p:nvSpPr>
              <p:cNvPr id="140" name="Shape 23">
                <a:extLst>
                  <a:ext uri="{FF2B5EF4-FFF2-40B4-BE49-F238E27FC236}">
                    <a16:creationId xmlns:a16="http://schemas.microsoft.com/office/drawing/2014/main" id="{3689D417-B73D-0948-0492-6D83297EFEA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Shape 24">
                <a:extLst>
                  <a:ext uri="{FF2B5EF4-FFF2-40B4-BE49-F238E27FC236}">
                    <a16:creationId xmlns:a16="http://schemas.microsoft.com/office/drawing/2014/main" id="{A7875552-3680-93E7-F3F0-F46F948A31B4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EA2902E-C7AF-E03F-BF1E-AB8DAFBB3358}"/>
                </a:ext>
              </a:extLst>
            </p:cNvPr>
            <p:cNvGrpSpPr/>
            <p:nvPr/>
          </p:nvGrpSpPr>
          <p:grpSpPr>
            <a:xfrm>
              <a:off x="5754596" y="1914891"/>
              <a:ext cx="186961" cy="186850"/>
              <a:chOff x="1225296" y="1527048"/>
              <a:chExt cx="201168" cy="201168"/>
            </a:xfrm>
          </p:grpSpPr>
          <p:sp>
            <p:nvSpPr>
              <p:cNvPr id="143" name="Shape 15">
                <a:extLst>
                  <a:ext uri="{FF2B5EF4-FFF2-40B4-BE49-F238E27FC236}">
                    <a16:creationId xmlns:a16="http://schemas.microsoft.com/office/drawing/2014/main" id="{EAE4C969-1B95-7337-F608-1909102AA748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Shape 16">
                <a:extLst>
                  <a:ext uri="{FF2B5EF4-FFF2-40B4-BE49-F238E27FC236}">
                    <a16:creationId xmlns:a16="http://schemas.microsoft.com/office/drawing/2014/main" id="{0218F1D4-86A5-72AB-DE3C-EE0CA7DD555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C59E9B4-012C-57B1-F716-74DBC00393FD}"/>
                </a:ext>
              </a:extLst>
            </p:cNvPr>
            <p:cNvGrpSpPr/>
            <p:nvPr/>
          </p:nvGrpSpPr>
          <p:grpSpPr>
            <a:xfrm>
              <a:off x="5512572" y="1636036"/>
              <a:ext cx="169964" cy="169864"/>
              <a:chOff x="1874520" y="1444752"/>
              <a:chExt cx="182880" cy="182880"/>
            </a:xfrm>
          </p:grpSpPr>
          <p:sp>
            <p:nvSpPr>
              <p:cNvPr id="146" name="Shape 23">
                <a:extLst>
                  <a:ext uri="{FF2B5EF4-FFF2-40B4-BE49-F238E27FC236}">
                    <a16:creationId xmlns:a16="http://schemas.microsoft.com/office/drawing/2014/main" id="{63367021-CA4F-93B1-41AE-313A8268FF3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Shape 24">
                <a:extLst>
                  <a:ext uri="{FF2B5EF4-FFF2-40B4-BE49-F238E27FC236}">
                    <a16:creationId xmlns:a16="http://schemas.microsoft.com/office/drawing/2014/main" id="{70250D75-5FD1-460D-60EE-6BB6E6322D63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B487413B-0715-1583-4F15-3A345881E042}"/>
                </a:ext>
              </a:extLst>
            </p:cNvPr>
            <p:cNvGrpSpPr/>
            <p:nvPr/>
          </p:nvGrpSpPr>
          <p:grpSpPr>
            <a:xfrm>
              <a:off x="6291319" y="1950869"/>
              <a:ext cx="186961" cy="186850"/>
              <a:chOff x="1225296" y="1527048"/>
              <a:chExt cx="201168" cy="201168"/>
            </a:xfrm>
          </p:grpSpPr>
          <p:sp>
            <p:nvSpPr>
              <p:cNvPr id="156" name="Shape 15">
                <a:extLst>
                  <a:ext uri="{FF2B5EF4-FFF2-40B4-BE49-F238E27FC236}">
                    <a16:creationId xmlns:a16="http://schemas.microsoft.com/office/drawing/2014/main" id="{408B2BFC-4E95-FF40-1AE9-9A89ABD8B22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Shape 16">
                <a:extLst>
                  <a:ext uri="{FF2B5EF4-FFF2-40B4-BE49-F238E27FC236}">
                    <a16:creationId xmlns:a16="http://schemas.microsoft.com/office/drawing/2014/main" id="{844BCCEF-EF9C-A36D-5B2D-EE50C3AAA8A4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85E12D32-6996-AA9C-AC86-816579B6DCEC}"/>
                </a:ext>
              </a:extLst>
            </p:cNvPr>
            <p:cNvGrpSpPr/>
            <p:nvPr/>
          </p:nvGrpSpPr>
          <p:grpSpPr>
            <a:xfrm>
              <a:off x="6706480" y="1857444"/>
              <a:ext cx="186961" cy="186850"/>
              <a:chOff x="1225296" y="1527048"/>
              <a:chExt cx="201168" cy="201168"/>
            </a:xfrm>
          </p:grpSpPr>
          <p:sp>
            <p:nvSpPr>
              <p:cNvPr id="159" name="Shape 15">
                <a:extLst>
                  <a:ext uri="{FF2B5EF4-FFF2-40B4-BE49-F238E27FC236}">
                    <a16:creationId xmlns:a16="http://schemas.microsoft.com/office/drawing/2014/main" id="{DD089716-D8A5-3A94-5E68-11E84021119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Shape 16">
                <a:extLst>
                  <a:ext uri="{FF2B5EF4-FFF2-40B4-BE49-F238E27FC236}">
                    <a16:creationId xmlns:a16="http://schemas.microsoft.com/office/drawing/2014/main" id="{986BAA1B-32FF-AC89-7EAE-04FA0BC57EE4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617CF62F-BEE2-0A03-DED2-8CCE54EDC723}"/>
                </a:ext>
              </a:extLst>
            </p:cNvPr>
            <p:cNvGrpSpPr/>
            <p:nvPr/>
          </p:nvGrpSpPr>
          <p:grpSpPr>
            <a:xfrm>
              <a:off x="5512572" y="1078604"/>
              <a:ext cx="169964" cy="169864"/>
              <a:chOff x="1874520" y="1444752"/>
              <a:chExt cx="182880" cy="182880"/>
            </a:xfrm>
          </p:grpSpPr>
          <p:sp>
            <p:nvSpPr>
              <p:cNvPr id="168" name="Shape 23">
                <a:extLst>
                  <a:ext uri="{FF2B5EF4-FFF2-40B4-BE49-F238E27FC236}">
                    <a16:creationId xmlns:a16="http://schemas.microsoft.com/office/drawing/2014/main" id="{950E5D87-9641-5A4B-A576-9EEEE2B9042E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Shape 24">
                <a:extLst>
                  <a:ext uri="{FF2B5EF4-FFF2-40B4-BE49-F238E27FC236}">
                    <a16:creationId xmlns:a16="http://schemas.microsoft.com/office/drawing/2014/main" id="{B2C0C431-F0F2-3C9D-65D0-56B951190800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61308A4D-E013-AD6F-DFE9-B35AB028DB68}"/>
                </a:ext>
              </a:extLst>
            </p:cNvPr>
            <p:cNvGrpSpPr/>
            <p:nvPr/>
          </p:nvGrpSpPr>
          <p:grpSpPr>
            <a:xfrm>
              <a:off x="5971477" y="1658721"/>
              <a:ext cx="186961" cy="186850"/>
              <a:chOff x="1225296" y="1527048"/>
              <a:chExt cx="201168" cy="201168"/>
            </a:xfrm>
          </p:grpSpPr>
          <p:sp>
            <p:nvSpPr>
              <p:cNvPr id="180" name="Shape 15">
                <a:extLst>
                  <a:ext uri="{FF2B5EF4-FFF2-40B4-BE49-F238E27FC236}">
                    <a16:creationId xmlns:a16="http://schemas.microsoft.com/office/drawing/2014/main" id="{63D72AFB-BE3A-D9CB-82EF-D511BC9DFA6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Shape 16">
                <a:extLst>
                  <a:ext uri="{FF2B5EF4-FFF2-40B4-BE49-F238E27FC236}">
                    <a16:creationId xmlns:a16="http://schemas.microsoft.com/office/drawing/2014/main" id="{00C02F10-99E4-5696-D35A-491766A841C6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7306BC8F-9385-185F-04D6-D71277CF4AA0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183" name="Shape 15">
                <a:extLst>
                  <a:ext uri="{FF2B5EF4-FFF2-40B4-BE49-F238E27FC236}">
                    <a16:creationId xmlns:a16="http://schemas.microsoft.com/office/drawing/2014/main" id="{9B07DC73-A5FA-795F-DF6A-56A748AA77D8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Shape 16">
                <a:extLst>
                  <a:ext uri="{FF2B5EF4-FFF2-40B4-BE49-F238E27FC236}">
                    <a16:creationId xmlns:a16="http://schemas.microsoft.com/office/drawing/2014/main" id="{F7106286-EB92-0850-FFC4-A410362DD1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23BB687A-69B2-5610-601A-9C5C2026D4A9}"/>
              </a:ext>
            </a:extLst>
          </p:cNvPr>
          <p:cNvGrpSpPr/>
          <p:nvPr/>
        </p:nvGrpSpPr>
        <p:grpSpPr>
          <a:xfrm>
            <a:off x="753529" y="3465034"/>
            <a:ext cx="1435025" cy="997550"/>
            <a:chOff x="753529" y="3465034"/>
            <a:chExt cx="1435025" cy="997550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3E695D1E-1DC7-05DA-E45D-DE4568C597AD}"/>
                </a:ext>
              </a:extLst>
            </p:cNvPr>
            <p:cNvGrpSpPr/>
            <p:nvPr/>
          </p:nvGrpSpPr>
          <p:grpSpPr>
            <a:xfrm>
              <a:off x="1327716" y="3972192"/>
              <a:ext cx="150129" cy="139837"/>
              <a:chOff x="1225296" y="1527048"/>
              <a:chExt cx="201168" cy="201168"/>
            </a:xfrm>
          </p:grpSpPr>
          <p:sp>
            <p:nvSpPr>
              <p:cNvPr id="190" name="Shape 15">
                <a:extLst>
                  <a:ext uri="{FF2B5EF4-FFF2-40B4-BE49-F238E27FC236}">
                    <a16:creationId xmlns:a16="http://schemas.microsoft.com/office/drawing/2014/main" id="{5C651CF6-2B3D-25F4-66A7-A5E214ED537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Shape 16">
                <a:extLst>
                  <a:ext uri="{FF2B5EF4-FFF2-40B4-BE49-F238E27FC236}">
                    <a16:creationId xmlns:a16="http://schemas.microsoft.com/office/drawing/2014/main" id="{FC65FDAC-85F1-143A-01AE-1841EF0BBA5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C91A1C47-2A8C-8917-7A0F-35D6F1BF5F8B}"/>
                </a:ext>
              </a:extLst>
            </p:cNvPr>
            <p:cNvGrpSpPr/>
            <p:nvPr/>
          </p:nvGrpSpPr>
          <p:grpSpPr>
            <a:xfrm>
              <a:off x="1631405" y="3926806"/>
              <a:ext cx="136481" cy="127125"/>
              <a:chOff x="1874520" y="1444752"/>
              <a:chExt cx="182880" cy="182880"/>
            </a:xfrm>
          </p:grpSpPr>
          <p:sp>
            <p:nvSpPr>
              <p:cNvPr id="193" name="Shape 23">
                <a:extLst>
                  <a:ext uri="{FF2B5EF4-FFF2-40B4-BE49-F238E27FC236}">
                    <a16:creationId xmlns:a16="http://schemas.microsoft.com/office/drawing/2014/main" id="{2E900D1E-3441-25DC-7BFB-50F9FF286C9D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Shape 24">
                <a:extLst>
                  <a:ext uri="{FF2B5EF4-FFF2-40B4-BE49-F238E27FC236}">
                    <a16:creationId xmlns:a16="http://schemas.microsoft.com/office/drawing/2014/main" id="{055B8AFC-087A-51C9-54C3-D7783AE1C92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FF74F1F3-FE25-E1E9-FCDA-5CC7535F34A0}"/>
                </a:ext>
              </a:extLst>
            </p:cNvPr>
            <p:cNvGrpSpPr/>
            <p:nvPr/>
          </p:nvGrpSpPr>
          <p:grpSpPr>
            <a:xfrm>
              <a:off x="962487" y="4295822"/>
              <a:ext cx="150129" cy="139837"/>
              <a:chOff x="1225296" y="1527048"/>
              <a:chExt cx="201168" cy="201168"/>
            </a:xfrm>
          </p:grpSpPr>
          <p:sp>
            <p:nvSpPr>
              <p:cNvPr id="196" name="Shape 15">
                <a:extLst>
                  <a:ext uri="{FF2B5EF4-FFF2-40B4-BE49-F238E27FC236}">
                    <a16:creationId xmlns:a16="http://schemas.microsoft.com/office/drawing/2014/main" id="{02ACC3C0-7FF8-5523-052B-C3D53A911D8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Shape 16">
                <a:extLst>
                  <a:ext uri="{FF2B5EF4-FFF2-40B4-BE49-F238E27FC236}">
                    <a16:creationId xmlns:a16="http://schemas.microsoft.com/office/drawing/2014/main" id="{2A04A6F9-CF51-857A-9A42-067D7AEBFDE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E531AA2D-5DD1-5B2E-5FC5-987F6F37626F}"/>
                </a:ext>
              </a:extLst>
            </p:cNvPr>
            <p:cNvGrpSpPr/>
            <p:nvPr/>
          </p:nvGrpSpPr>
          <p:grpSpPr>
            <a:xfrm>
              <a:off x="768142" y="4087128"/>
              <a:ext cx="136481" cy="127125"/>
              <a:chOff x="1874520" y="1444752"/>
              <a:chExt cx="182880" cy="182880"/>
            </a:xfrm>
          </p:grpSpPr>
          <p:sp>
            <p:nvSpPr>
              <p:cNvPr id="199" name="Shape 23">
                <a:extLst>
                  <a:ext uri="{FF2B5EF4-FFF2-40B4-BE49-F238E27FC236}">
                    <a16:creationId xmlns:a16="http://schemas.microsoft.com/office/drawing/2014/main" id="{F4E97DB4-E5FB-C0EB-52CF-1C31CDEECB6D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Shape 24">
                <a:extLst>
                  <a:ext uri="{FF2B5EF4-FFF2-40B4-BE49-F238E27FC236}">
                    <a16:creationId xmlns:a16="http://schemas.microsoft.com/office/drawing/2014/main" id="{707AD307-EEB6-7008-D147-131F68C7BC72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CBDF8526-07EC-9E9F-9A59-E9DDCCC78C34}"/>
                </a:ext>
              </a:extLst>
            </p:cNvPr>
            <p:cNvGrpSpPr/>
            <p:nvPr/>
          </p:nvGrpSpPr>
          <p:grpSpPr>
            <a:xfrm>
              <a:off x="1393475" y="4322747"/>
              <a:ext cx="150129" cy="139837"/>
              <a:chOff x="1225296" y="1527048"/>
              <a:chExt cx="201168" cy="201168"/>
            </a:xfrm>
          </p:grpSpPr>
          <p:sp>
            <p:nvSpPr>
              <p:cNvPr id="202" name="Shape 15">
                <a:extLst>
                  <a:ext uri="{FF2B5EF4-FFF2-40B4-BE49-F238E27FC236}">
                    <a16:creationId xmlns:a16="http://schemas.microsoft.com/office/drawing/2014/main" id="{229AC649-44B4-F5FA-B5CC-32370FC26867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Shape 16">
                <a:extLst>
                  <a:ext uri="{FF2B5EF4-FFF2-40B4-BE49-F238E27FC236}">
                    <a16:creationId xmlns:a16="http://schemas.microsoft.com/office/drawing/2014/main" id="{E8D53D0E-03F2-742A-7211-6A9521BA072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B5CE7440-746F-FCB4-6405-8863C92DE22F}"/>
                </a:ext>
              </a:extLst>
            </p:cNvPr>
            <p:cNvGrpSpPr/>
            <p:nvPr/>
          </p:nvGrpSpPr>
          <p:grpSpPr>
            <a:xfrm>
              <a:off x="1726849" y="4252829"/>
              <a:ext cx="150129" cy="139837"/>
              <a:chOff x="1225296" y="1527048"/>
              <a:chExt cx="201168" cy="201168"/>
            </a:xfrm>
          </p:grpSpPr>
          <p:sp>
            <p:nvSpPr>
              <p:cNvPr id="205" name="Shape 15">
                <a:extLst>
                  <a:ext uri="{FF2B5EF4-FFF2-40B4-BE49-F238E27FC236}">
                    <a16:creationId xmlns:a16="http://schemas.microsoft.com/office/drawing/2014/main" id="{0F6730C3-3DB9-8FBC-CEE7-65810B938AF2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Shape 16">
                <a:extLst>
                  <a:ext uri="{FF2B5EF4-FFF2-40B4-BE49-F238E27FC236}">
                    <a16:creationId xmlns:a16="http://schemas.microsoft.com/office/drawing/2014/main" id="{11B5B5BB-D03B-3022-B9BE-C9ABB4E3198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A4A71D4-A69B-6170-3260-EC8AD2F66976}"/>
                </a:ext>
              </a:extLst>
            </p:cNvPr>
            <p:cNvGrpSpPr/>
            <p:nvPr/>
          </p:nvGrpSpPr>
          <p:grpSpPr>
            <a:xfrm>
              <a:off x="1136642" y="4104105"/>
              <a:ext cx="150129" cy="139837"/>
              <a:chOff x="1225296" y="1527048"/>
              <a:chExt cx="201168" cy="201168"/>
            </a:xfrm>
          </p:grpSpPr>
          <p:sp>
            <p:nvSpPr>
              <p:cNvPr id="211" name="Shape 15">
                <a:extLst>
                  <a:ext uri="{FF2B5EF4-FFF2-40B4-BE49-F238E27FC236}">
                    <a16:creationId xmlns:a16="http://schemas.microsoft.com/office/drawing/2014/main" id="{164A4BEB-FD87-7FE9-A98B-8283BD37BFF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Shape 16">
                <a:extLst>
                  <a:ext uri="{FF2B5EF4-FFF2-40B4-BE49-F238E27FC236}">
                    <a16:creationId xmlns:a16="http://schemas.microsoft.com/office/drawing/2014/main" id="{62D01D67-221B-9A3A-CD2D-CC7C96D61C2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EE0D5642-8733-AF76-6EB5-0794BCFD61FD}"/>
                </a:ext>
              </a:extLst>
            </p:cNvPr>
            <p:cNvGrpSpPr/>
            <p:nvPr/>
          </p:nvGrpSpPr>
          <p:grpSpPr>
            <a:xfrm>
              <a:off x="934509" y="3850531"/>
              <a:ext cx="150129" cy="139837"/>
              <a:chOff x="1225296" y="1527048"/>
              <a:chExt cx="201168" cy="201168"/>
            </a:xfrm>
          </p:grpSpPr>
          <p:sp>
            <p:nvSpPr>
              <p:cNvPr id="214" name="Shape 15">
                <a:extLst>
                  <a:ext uri="{FF2B5EF4-FFF2-40B4-BE49-F238E27FC236}">
                    <a16:creationId xmlns:a16="http://schemas.microsoft.com/office/drawing/2014/main" id="{FF63F30F-4F7B-F48F-9101-8655443CAAE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Shape 16">
                <a:extLst>
                  <a:ext uri="{FF2B5EF4-FFF2-40B4-BE49-F238E27FC236}">
                    <a16:creationId xmlns:a16="http://schemas.microsoft.com/office/drawing/2014/main" id="{17BE7A8F-E1A7-5267-7219-061440023C5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40B24D0E-CC21-550B-2E6C-AB53EBE0B645}"/>
                </a:ext>
              </a:extLst>
            </p:cNvPr>
            <p:cNvGrpSpPr/>
            <p:nvPr/>
          </p:nvGrpSpPr>
          <p:grpSpPr>
            <a:xfrm>
              <a:off x="1894866" y="3892890"/>
              <a:ext cx="150129" cy="143298"/>
              <a:chOff x="7067843" y="717976"/>
              <a:chExt cx="201168" cy="206147"/>
            </a:xfrm>
          </p:grpSpPr>
          <p:sp>
            <p:nvSpPr>
              <p:cNvPr id="218" name="Shape 71">
                <a:extLst>
                  <a:ext uri="{FF2B5EF4-FFF2-40B4-BE49-F238E27FC236}">
                    <a16:creationId xmlns:a16="http://schemas.microsoft.com/office/drawing/2014/main" id="{DBCAA138-2F59-E5E4-B9E9-2B68879AB8E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9" name="Shape 72">
                <a:extLst>
                  <a:ext uri="{FF2B5EF4-FFF2-40B4-BE49-F238E27FC236}">
                    <a16:creationId xmlns:a16="http://schemas.microsoft.com/office/drawing/2014/main" id="{4EE2E134-565B-49D7-3888-56CFEE4B6FBD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FD161415-76DA-5767-DC60-464228F83943}"/>
                </a:ext>
              </a:extLst>
            </p:cNvPr>
            <p:cNvGrpSpPr/>
            <p:nvPr/>
          </p:nvGrpSpPr>
          <p:grpSpPr>
            <a:xfrm>
              <a:off x="1639004" y="3683126"/>
              <a:ext cx="150129" cy="143298"/>
              <a:chOff x="7067843" y="717976"/>
              <a:chExt cx="201168" cy="206147"/>
            </a:xfrm>
          </p:grpSpPr>
          <p:sp>
            <p:nvSpPr>
              <p:cNvPr id="221" name="Shape 71">
                <a:extLst>
                  <a:ext uri="{FF2B5EF4-FFF2-40B4-BE49-F238E27FC236}">
                    <a16:creationId xmlns:a16="http://schemas.microsoft.com/office/drawing/2014/main" id="{E4EDF5F2-379B-472A-AF34-FDCE9A01CDDB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2" name="Shape 72">
                <a:extLst>
                  <a:ext uri="{FF2B5EF4-FFF2-40B4-BE49-F238E27FC236}">
                    <a16:creationId xmlns:a16="http://schemas.microsoft.com/office/drawing/2014/main" id="{F31D2808-9B5C-A8F0-69DC-7DB593A56C3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9F4CDCA2-289B-0132-AF6E-023229A58D1C}"/>
                </a:ext>
              </a:extLst>
            </p:cNvPr>
            <p:cNvGrpSpPr/>
            <p:nvPr/>
          </p:nvGrpSpPr>
          <p:grpSpPr>
            <a:xfrm>
              <a:off x="1920301" y="3648457"/>
              <a:ext cx="150129" cy="143298"/>
              <a:chOff x="7067843" y="717976"/>
              <a:chExt cx="201168" cy="206147"/>
            </a:xfrm>
          </p:grpSpPr>
          <p:sp>
            <p:nvSpPr>
              <p:cNvPr id="224" name="Shape 71">
                <a:extLst>
                  <a:ext uri="{FF2B5EF4-FFF2-40B4-BE49-F238E27FC236}">
                    <a16:creationId xmlns:a16="http://schemas.microsoft.com/office/drawing/2014/main" id="{F68BA6B3-846F-69E1-2ADF-B67209F50375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5" name="Shape 72">
                <a:extLst>
                  <a:ext uri="{FF2B5EF4-FFF2-40B4-BE49-F238E27FC236}">
                    <a16:creationId xmlns:a16="http://schemas.microsoft.com/office/drawing/2014/main" id="{0CEAD409-86E1-5335-396E-6E237A76175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5F3208F8-1C50-F53C-BFE0-0310DC915A95}"/>
                </a:ext>
              </a:extLst>
            </p:cNvPr>
            <p:cNvGrpSpPr/>
            <p:nvPr/>
          </p:nvGrpSpPr>
          <p:grpSpPr>
            <a:xfrm>
              <a:off x="1423499" y="3465034"/>
              <a:ext cx="150129" cy="143298"/>
              <a:chOff x="7067843" y="717976"/>
              <a:chExt cx="201168" cy="206147"/>
            </a:xfrm>
          </p:grpSpPr>
          <p:sp>
            <p:nvSpPr>
              <p:cNvPr id="227" name="Shape 71">
                <a:extLst>
                  <a:ext uri="{FF2B5EF4-FFF2-40B4-BE49-F238E27FC236}">
                    <a16:creationId xmlns:a16="http://schemas.microsoft.com/office/drawing/2014/main" id="{DA060140-41B2-22A2-DA87-6E2FFCC41AF1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8" name="Shape 72">
                <a:extLst>
                  <a:ext uri="{FF2B5EF4-FFF2-40B4-BE49-F238E27FC236}">
                    <a16:creationId xmlns:a16="http://schemas.microsoft.com/office/drawing/2014/main" id="{2580E23C-75DB-1315-193A-6BD09EFAF2D3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687EAD63-6C9F-6FBB-E23D-56118428BD67}"/>
                </a:ext>
              </a:extLst>
            </p:cNvPr>
            <p:cNvGrpSpPr/>
            <p:nvPr/>
          </p:nvGrpSpPr>
          <p:grpSpPr>
            <a:xfrm>
              <a:off x="900954" y="3625500"/>
              <a:ext cx="136481" cy="127125"/>
              <a:chOff x="1874520" y="1444752"/>
              <a:chExt cx="182880" cy="182880"/>
            </a:xfrm>
          </p:grpSpPr>
          <p:sp>
            <p:nvSpPr>
              <p:cNvPr id="208" name="Shape 23">
                <a:extLst>
                  <a:ext uri="{FF2B5EF4-FFF2-40B4-BE49-F238E27FC236}">
                    <a16:creationId xmlns:a16="http://schemas.microsoft.com/office/drawing/2014/main" id="{1A5E51E3-2366-D5B8-A854-70EC62F22ED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Shape 24">
                <a:extLst>
                  <a:ext uri="{FF2B5EF4-FFF2-40B4-BE49-F238E27FC236}">
                    <a16:creationId xmlns:a16="http://schemas.microsoft.com/office/drawing/2014/main" id="{31AB0095-CA70-2B9B-6E59-0A5FEA5E46A0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AA25CB92-3245-E4AE-5418-3CC6FA0F8B3B}"/>
                </a:ext>
              </a:extLst>
            </p:cNvPr>
            <p:cNvGrpSpPr/>
            <p:nvPr/>
          </p:nvGrpSpPr>
          <p:grpSpPr>
            <a:xfrm>
              <a:off x="881333" y="3616184"/>
              <a:ext cx="162307" cy="148115"/>
              <a:chOff x="2752253" y="2670772"/>
              <a:chExt cx="218792" cy="256515"/>
            </a:xfrm>
          </p:grpSpPr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DA4D63A5-78A5-81B8-F80D-6B220B971C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D6152295-4A7E-7A17-6ED6-C9CAACDFA2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4B390C1E-CEE4-40F1-27AF-24135731E9FE}"/>
                </a:ext>
              </a:extLst>
            </p:cNvPr>
            <p:cNvGrpSpPr/>
            <p:nvPr/>
          </p:nvGrpSpPr>
          <p:grpSpPr>
            <a:xfrm>
              <a:off x="753529" y="4072404"/>
              <a:ext cx="162307" cy="148115"/>
              <a:chOff x="2752253" y="2670772"/>
              <a:chExt cx="218792" cy="256515"/>
            </a:xfrm>
          </p:grpSpPr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AF0B7342-0D86-583C-A482-B276BD37D8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D34C6FB9-AE26-2D5B-89C8-97FC68700D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02772A17-9488-B3C0-7E01-0DA78FE29311}"/>
                </a:ext>
              </a:extLst>
            </p:cNvPr>
            <p:cNvGrpSpPr/>
            <p:nvPr/>
          </p:nvGrpSpPr>
          <p:grpSpPr>
            <a:xfrm>
              <a:off x="1605503" y="3910956"/>
              <a:ext cx="162307" cy="148115"/>
              <a:chOff x="2752253" y="2670772"/>
              <a:chExt cx="218792" cy="256515"/>
            </a:xfrm>
          </p:grpSpPr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96F57F1C-0264-900F-38A9-032F31F36A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E2354C0E-BDEC-ED66-A791-890528A4FB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819386C5-717A-670B-4655-1289EA235B34}"/>
                </a:ext>
              </a:extLst>
            </p:cNvPr>
            <p:cNvGrpSpPr/>
            <p:nvPr/>
          </p:nvGrpSpPr>
          <p:grpSpPr>
            <a:xfrm>
              <a:off x="1308799" y="3708205"/>
              <a:ext cx="150129" cy="139837"/>
              <a:chOff x="1225296" y="1527048"/>
              <a:chExt cx="201168" cy="201168"/>
            </a:xfrm>
          </p:grpSpPr>
          <p:sp>
            <p:nvSpPr>
              <p:cNvPr id="238" name="Shape 15">
                <a:extLst>
                  <a:ext uri="{FF2B5EF4-FFF2-40B4-BE49-F238E27FC236}">
                    <a16:creationId xmlns:a16="http://schemas.microsoft.com/office/drawing/2014/main" id="{F2AB49F4-0877-A2AC-8168-83E7E549BA0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Shape 16">
                <a:extLst>
                  <a:ext uri="{FF2B5EF4-FFF2-40B4-BE49-F238E27FC236}">
                    <a16:creationId xmlns:a16="http://schemas.microsoft.com/office/drawing/2014/main" id="{7C48DEC8-2A87-34CA-3635-DB8802E923E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9CB397A9-5399-6157-ADB6-CCE3A3D34356}"/>
                </a:ext>
              </a:extLst>
            </p:cNvPr>
            <p:cNvGrpSpPr/>
            <p:nvPr/>
          </p:nvGrpSpPr>
          <p:grpSpPr>
            <a:xfrm>
              <a:off x="1476298" y="4131532"/>
              <a:ext cx="150129" cy="139837"/>
              <a:chOff x="1225296" y="1527048"/>
              <a:chExt cx="201168" cy="201168"/>
            </a:xfrm>
          </p:grpSpPr>
          <p:sp>
            <p:nvSpPr>
              <p:cNvPr id="241" name="Shape 15">
                <a:extLst>
                  <a:ext uri="{FF2B5EF4-FFF2-40B4-BE49-F238E27FC236}">
                    <a16:creationId xmlns:a16="http://schemas.microsoft.com/office/drawing/2014/main" id="{A04A54BF-28DA-453F-F48E-9C6A41B781C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Shape 16">
                <a:extLst>
                  <a:ext uri="{FF2B5EF4-FFF2-40B4-BE49-F238E27FC236}">
                    <a16:creationId xmlns:a16="http://schemas.microsoft.com/office/drawing/2014/main" id="{70FE58FC-EA99-2869-F4CC-C15F3A11302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431ACD99-C8EA-6EF1-F02A-7A093A2844D8}"/>
                </a:ext>
              </a:extLst>
            </p:cNvPr>
            <p:cNvGrpSpPr/>
            <p:nvPr/>
          </p:nvGrpSpPr>
          <p:grpSpPr>
            <a:xfrm>
              <a:off x="2038425" y="4077221"/>
              <a:ext cx="150129" cy="143298"/>
              <a:chOff x="7067843" y="717976"/>
              <a:chExt cx="201168" cy="206147"/>
            </a:xfrm>
          </p:grpSpPr>
          <p:sp>
            <p:nvSpPr>
              <p:cNvPr id="244" name="Shape 71">
                <a:extLst>
                  <a:ext uri="{FF2B5EF4-FFF2-40B4-BE49-F238E27FC236}">
                    <a16:creationId xmlns:a16="http://schemas.microsoft.com/office/drawing/2014/main" id="{694613E1-DC7D-5C18-B7E6-7387620B937D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5" name="Shape 72">
                <a:extLst>
                  <a:ext uri="{FF2B5EF4-FFF2-40B4-BE49-F238E27FC236}">
                    <a16:creationId xmlns:a16="http://schemas.microsoft.com/office/drawing/2014/main" id="{23325CE2-D990-7EA8-48FB-A17CA960F70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731C95C5-948D-F5C9-7309-66C76FEEE227}"/>
              </a:ext>
            </a:extLst>
          </p:cNvPr>
          <p:cNvGrpSpPr/>
          <p:nvPr/>
        </p:nvGrpSpPr>
        <p:grpSpPr>
          <a:xfrm>
            <a:off x="5754596" y="3621991"/>
            <a:ext cx="1444267" cy="886261"/>
            <a:chOff x="5578507" y="3518420"/>
            <a:chExt cx="1908363" cy="1171191"/>
          </a:xfrm>
        </p:grpSpPr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DE311D57-AEEB-BA74-76AA-64A6A61A95E4}"/>
                </a:ext>
              </a:extLst>
            </p:cNvPr>
            <p:cNvGrpSpPr/>
            <p:nvPr/>
          </p:nvGrpSpPr>
          <p:grpSpPr>
            <a:xfrm>
              <a:off x="6105390" y="3984140"/>
              <a:ext cx="201168" cy="201168"/>
              <a:chOff x="1225296" y="1527048"/>
              <a:chExt cx="201168" cy="201168"/>
            </a:xfrm>
          </p:grpSpPr>
          <p:sp>
            <p:nvSpPr>
              <p:cNvPr id="247" name="Shape 15">
                <a:extLst>
                  <a:ext uri="{FF2B5EF4-FFF2-40B4-BE49-F238E27FC236}">
                    <a16:creationId xmlns:a16="http://schemas.microsoft.com/office/drawing/2014/main" id="{F768EB5A-CD9C-4EBA-6A38-143BD95F9C6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Shape 16">
                <a:extLst>
                  <a:ext uri="{FF2B5EF4-FFF2-40B4-BE49-F238E27FC236}">
                    <a16:creationId xmlns:a16="http://schemas.microsoft.com/office/drawing/2014/main" id="{1BD1C894-D1A3-6486-CA15-A10205B55C0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D76E20FD-C89A-3D0D-FADE-F8F24F4ADD48}"/>
                </a:ext>
              </a:extLst>
            </p:cNvPr>
            <p:cNvGrpSpPr/>
            <p:nvPr/>
          </p:nvGrpSpPr>
          <p:grpSpPr>
            <a:xfrm>
              <a:off x="5615997" y="4449709"/>
              <a:ext cx="201168" cy="201168"/>
              <a:chOff x="1225296" y="1527048"/>
              <a:chExt cx="201168" cy="201168"/>
            </a:xfrm>
          </p:grpSpPr>
          <p:sp>
            <p:nvSpPr>
              <p:cNvPr id="253" name="Shape 15">
                <a:extLst>
                  <a:ext uri="{FF2B5EF4-FFF2-40B4-BE49-F238E27FC236}">
                    <a16:creationId xmlns:a16="http://schemas.microsoft.com/office/drawing/2014/main" id="{3868CE60-3C02-EF77-6FC5-759C9B2A991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Shape 16">
                <a:extLst>
                  <a:ext uri="{FF2B5EF4-FFF2-40B4-BE49-F238E27FC236}">
                    <a16:creationId xmlns:a16="http://schemas.microsoft.com/office/drawing/2014/main" id="{DF7465A1-FBE2-FDC0-AAC9-08FC1FD708E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5BF06DF2-F86D-658F-D114-20E9E3B1D2ED}"/>
                </a:ext>
              </a:extLst>
            </p:cNvPr>
            <p:cNvGrpSpPr/>
            <p:nvPr/>
          </p:nvGrpSpPr>
          <p:grpSpPr>
            <a:xfrm>
              <a:off x="6193505" y="4488443"/>
              <a:ext cx="201168" cy="201168"/>
              <a:chOff x="1225296" y="1527048"/>
              <a:chExt cx="201168" cy="201168"/>
            </a:xfrm>
          </p:grpSpPr>
          <p:sp>
            <p:nvSpPr>
              <p:cNvPr id="259" name="Shape 15">
                <a:extLst>
                  <a:ext uri="{FF2B5EF4-FFF2-40B4-BE49-F238E27FC236}">
                    <a16:creationId xmlns:a16="http://schemas.microsoft.com/office/drawing/2014/main" id="{94828AEC-FB4F-6467-21D9-C7FB0E2BB15B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Shape 16">
                <a:extLst>
                  <a:ext uri="{FF2B5EF4-FFF2-40B4-BE49-F238E27FC236}">
                    <a16:creationId xmlns:a16="http://schemas.microsoft.com/office/drawing/2014/main" id="{585ADD1E-F53F-D286-5D78-434978EFD88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D65D2E63-53F6-3E97-6096-2324B3127133}"/>
                </a:ext>
              </a:extLst>
            </p:cNvPr>
            <p:cNvGrpSpPr/>
            <p:nvPr/>
          </p:nvGrpSpPr>
          <p:grpSpPr>
            <a:xfrm>
              <a:off x="6640214" y="4387860"/>
              <a:ext cx="201168" cy="201168"/>
              <a:chOff x="1225296" y="1527048"/>
              <a:chExt cx="201168" cy="201168"/>
            </a:xfrm>
          </p:grpSpPr>
          <p:sp>
            <p:nvSpPr>
              <p:cNvPr id="262" name="Shape 15">
                <a:extLst>
                  <a:ext uri="{FF2B5EF4-FFF2-40B4-BE49-F238E27FC236}">
                    <a16:creationId xmlns:a16="http://schemas.microsoft.com/office/drawing/2014/main" id="{D7ECF6D4-E8FB-AFB0-05B3-05F569C9F267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3" name="Shape 16">
                <a:extLst>
                  <a:ext uri="{FF2B5EF4-FFF2-40B4-BE49-F238E27FC236}">
                    <a16:creationId xmlns:a16="http://schemas.microsoft.com/office/drawing/2014/main" id="{A079F654-6263-33B9-9460-AA35715E7194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F73E174-EBC5-4B26-3EB2-63AFE9FE8007}"/>
                </a:ext>
              </a:extLst>
            </p:cNvPr>
            <p:cNvGrpSpPr/>
            <p:nvPr/>
          </p:nvGrpSpPr>
          <p:grpSpPr>
            <a:xfrm>
              <a:off x="5849358" y="4173909"/>
              <a:ext cx="201168" cy="201168"/>
              <a:chOff x="1225296" y="1527048"/>
              <a:chExt cx="201168" cy="201168"/>
            </a:xfrm>
          </p:grpSpPr>
          <p:sp>
            <p:nvSpPr>
              <p:cNvPr id="265" name="Shape 15">
                <a:extLst>
                  <a:ext uri="{FF2B5EF4-FFF2-40B4-BE49-F238E27FC236}">
                    <a16:creationId xmlns:a16="http://schemas.microsoft.com/office/drawing/2014/main" id="{E8B83335-62F4-F3E7-576A-78E38F63C7C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Shape 16">
                <a:extLst>
                  <a:ext uri="{FF2B5EF4-FFF2-40B4-BE49-F238E27FC236}">
                    <a16:creationId xmlns:a16="http://schemas.microsoft.com/office/drawing/2014/main" id="{7ACEAF28-079C-CAFE-FB18-15419EFAE6A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6D2B5BAE-1C22-C251-CEBA-CAFC9AFAFB81}"/>
                </a:ext>
              </a:extLst>
            </p:cNvPr>
            <p:cNvGrpSpPr/>
            <p:nvPr/>
          </p:nvGrpSpPr>
          <p:grpSpPr>
            <a:xfrm>
              <a:off x="5578507" y="3809121"/>
              <a:ext cx="201168" cy="201168"/>
              <a:chOff x="1225296" y="1527048"/>
              <a:chExt cx="201168" cy="201168"/>
            </a:xfrm>
          </p:grpSpPr>
          <p:sp>
            <p:nvSpPr>
              <p:cNvPr id="268" name="Shape 15">
                <a:extLst>
                  <a:ext uri="{FF2B5EF4-FFF2-40B4-BE49-F238E27FC236}">
                    <a16:creationId xmlns:a16="http://schemas.microsoft.com/office/drawing/2014/main" id="{D203F4C9-0C88-1223-27FA-C44BC61241C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Shape 16">
                <a:extLst>
                  <a:ext uri="{FF2B5EF4-FFF2-40B4-BE49-F238E27FC236}">
                    <a16:creationId xmlns:a16="http://schemas.microsoft.com/office/drawing/2014/main" id="{463190C6-5C69-C9C3-8D4E-F19BA537AFD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68736B00-6359-6B74-DFB8-141EAEFD5DB4}"/>
                </a:ext>
              </a:extLst>
            </p:cNvPr>
            <p:cNvGrpSpPr/>
            <p:nvPr/>
          </p:nvGrpSpPr>
          <p:grpSpPr>
            <a:xfrm>
              <a:off x="6775609" y="3953185"/>
              <a:ext cx="201168" cy="206147"/>
              <a:chOff x="7067843" y="717976"/>
              <a:chExt cx="201168" cy="206147"/>
            </a:xfrm>
          </p:grpSpPr>
          <p:sp>
            <p:nvSpPr>
              <p:cNvPr id="271" name="Shape 71">
                <a:extLst>
                  <a:ext uri="{FF2B5EF4-FFF2-40B4-BE49-F238E27FC236}">
                    <a16:creationId xmlns:a16="http://schemas.microsoft.com/office/drawing/2014/main" id="{8EAA1E36-1FDA-D9F3-2E1B-BA01040E7613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2" name="Shape 72">
                <a:extLst>
                  <a:ext uri="{FF2B5EF4-FFF2-40B4-BE49-F238E27FC236}">
                    <a16:creationId xmlns:a16="http://schemas.microsoft.com/office/drawing/2014/main" id="{9C8C9263-A2A0-5343-05A8-DBA03F531D73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3DD5A0C-48F3-B247-DA93-E9682CE5673D}"/>
                </a:ext>
              </a:extLst>
            </p:cNvPr>
            <p:cNvGrpSpPr/>
            <p:nvPr/>
          </p:nvGrpSpPr>
          <p:grpSpPr>
            <a:xfrm>
              <a:off x="6522505" y="3568295"/>
              <a:ext cx="201168" cy="206147"/>
              <a:chOff x="7067843" y="717976"/>
              <a:chExt cx="201168" cy="206147"/>
            </a:xfrm>
          </p:grpSpPr>
          <p:sp>
            <p:nvSpPr>
              <p:cNvPr id="274" name="Shape 71">
                <a:extLst>
                  <a:ext uri="{FF2B5EF4-FFF2-40B4-BE49-F238E27FC236}">
                    <a16:creationId xmlns:a16="http://schemas.microsoft.com/office/drawing/2014/main" id="{A8797D61-65C8-1E0D-A8F2-7C408580B45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5" name="Shape 72">
                <a:extLst>
                  <a:ext uri="{FF2B5EF4-FFF2-40B4-BE49-F238E27FC236}">
                    <a16:creationId xmlns:a16="http://schemas.microsoft.com/office/drawing/2014/main" id="{41E10DBD-5BF3-C83B-7AB1-42F403BF62EB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2553FE03-EAA8-EC96-AFAD-F405D8452C2E}"/>
                </a:ext>
              </a:extLst>
            </p:cNvPr>
            <p:cNvGrpSpPr/>
            <p:nvPr/>
          </p:nvGrpSpPr>
          <p:grpSpPr>
            <a:xfrm>
              <a:off x="6899432" y="3518420"/>
              <a:ext cx="201168" cy="206147"/>
              <a:chOff x="7067843" y="717976"/>
              <a:chExt cx="201168" cy="206147"/>
            </a:xfrm>
          </p:grpSpPr>
          <p:sp>
            <p:nvSpPr>
              <p:cNvPr id="277" name="Shape 71">
                <a:extLst>
                  <a:ext uri="{FF2B5EF4-FFF2-40B4-BE49-F238E27FC236}">
                    <a16:creationId xmlns:a16="http://schemas.microsoft.com/office/drawing/2014/main" id="{6B0B695D-642A-CF43-7BB2-598096AC0BED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8" name="Shape 72">
                <a:extLst>
                  <a:ext uri="{FF2B5EF4-FFF2-40B4-BE49-F238E27FC236}">
                    <a16:creationId xmlns:a16="http://schemas.microsoft.com/office/drawing/2014/main" id="{3776F779-BEFB-E2DD-78AC-057A13AC9CCE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39481D95-8750-7C5B-E89E-4F6C9B02B7A3}"/>
                </a:ext>
              </a:extLst>
            </p:cNvPr>
            <p:cNvGrpSpPr/>
            <p:nvPr/>
          </p:nvGrpSpPr>
          <p:grpSpPr>
            <a:xfrm>
              <a:off x="7285702" y="3713991"/>
              <a:ext cx="201168" cy="206147"/>
              <a:chOff x="7067843" y="717976"/>
              <a:chExt cx="201168" cy="206147"/>
            </a:xfrm>
          </p:grpSpPr>
          <p:sp>
            <p:nvSpPr>
              <p:cNvPr id="280" name="Shape 71">
                <a:extLst>
                  <a:ext uri="{FF2B5EF4-FFF2-40B4-BE49-F238E27FC236}">
                    <a16:creationId xmlns:a16="http://schemas.microsoft.com/office/drawing/2014/main" id="{19DFAB1D-DEC1-EF7C-40B8-6CFE5B3E539D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1" name="Shape 72">
                <a:extLst>
                  <a:ext uri="{FF2B5EF4-FFF2-40B4-BE49-F238E27FC236}">
                    <a16:creationId xmlns:a16="http://schemas.microsoft.com/office/drawing/2014/main" id="{44C9A965-1CF0-CE27-2C3F-E85374A9D96B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6EE27EB6-2680-4243-F848-3FB2FA125D5C}"/>
                </a:ext>
              </a:extLst>
            </p:cNvPr>
            <p:cNvGrpSpPr/>
            <p:nvPr/>
          </p:nvGrpSpPr>
          <p:grpSpPr>
            <a:xfrm>
              <a:off x="6080042" y="3604373"/>
              <a:ext cx="201168" cy="201168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700D15B6-8EA5-1864-93E3-11649DDFBCC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13FE8496-0CF7-8DF4-B33F-0023F4710C2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51EDC0DD-055C-6F6A-B8F4-EF2387D37389}"/>
                </a:ext>
              </a:extLst>
            </p:cNvPr>
            <p:cNvGrpSpPr/>
            <p:nvPr/>
          </p:nvGrpSpPr>
          <p:grpSpPr>
            <a:xfrm>
              <a:off x="6363714" y="4194834"/>
              <a:ext cx="201168" cy="201168"/>
              <a:chOff x="1225296" y="1527048"/>
              <a:chExt cx="201168" cy="201168"/>
            </a:xfrm>
          </p:grpSpPr>
          <p:sp>
            <p:nvSpPr>
              <p:cNvPr id="298" name="Shape 15">
                <a:extLst>
                  <a:ext uri="{FF2B5EF4-FFF2-40B4-BE49-F238E27FC236}">
                    <a16:creationId xmlns:a16="http://schemas.microsoft.com/office/drawing/2014/main" id="{AE4F756C-B9F2-4B0D-E1E2-4282E6882BD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Shape 16">
                <a:extLst>
                  <a:ext uri="{FF2B5EF4-FFF2-40B4-BE49-F238E27FC236}">
                    <a16:creationId xmlns:a16="http://schemas.microsoft.com/office/drawing/2014/main" id="{FED4E917-6661-F7C1-143A-1C74BB52D6B8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3EC99037-2041-800C-D254-C5EA63770F61}"/>
                </a:ext>
              </a:extLst>
            </p:cNvPr>
            <p:cNvGrpSpPr/>
            <p:nvPr/>
          </p:nvGrpSpPr>
          <p:grpSpPr>
            <a:xfrm>
              <a:off x="7057714" y="4135233"/>
              <a:ext cx="201168" cy="206147"/>
              <a:chOff x="7067843" y="717976"/>
              <a:chExt cx="201168" cy="206147"/>
            </a:xfrm>
          </p:grpSpPr>
          <p:sp>
            <p:nvSpPr>
              <p:cNvPr id="301" name="Shape 71">
                <a:extLst>
                  <a:ext uri="{FF2B5EF4-FFF2-40B4-BE49-F238E27FC236}">
                    <a16:creationId xmlns:a16="http://schemas.microsoft.com/office/drawing/2014/main" id="{56820C67-5B62-A11C-6CB2-E02D369B1EE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2" name="Shape 72">
                <a:extLst>
                  <a:ext uri="{FF2B5EF4-FFF2-40B4-BE49-F238E27FC236}">
                    <a16:creationId xmlns:a16="http://schemas.microsoft.com/office/drawing/2014/main" id="{55B2169B-8B50-5094-D048-490789AFA7AF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2291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269</Words>
  <Application>Microsoft Macintosh PowerPoint</Application>
  <PresentationFormat>On-screen Show (16:9)</PresentationFormat>
  <Paragraphs>86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EcoEvoSim simulation loop</dc:title>
  <dc:subject>PptxGenJS Presentation</dc:subject>
  <dc:creator>PptxGenJS</dc:creator>
  <cp:lastModifiedBy>Yi Dong</cp:lastModifiedBy>
  <cp:revision>129</cp:revision>
  <dcterms:created xsi:type="dcterms:W3CDTF">2026-06-16T00:22:31Z</dcterms:created>
  <dcterms:modified xsi:type="dcterms:W3CDTF">2026-06-25T16:27:14Z</dcterms:modified>
</cp:coreProperties>
</file>