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7" r:id="rId2"/>
    <p:sldId id="268" r:id="rId3"/>
    <p:sldId id="271" r:id="rId4"/>
    <p:sldId id="273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862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08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355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8456-7A0E-4B01-ABF8-43FCE157D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>
            <a:extLst>
              <a:ext uri="{FF2B5EF4-FFF2-40B4-BE49-F238E27FC236}">
                <a16:creationId xmlns:a16="http://schemas.microsoft.com/office/drawing/2014/main" id="{531B6D2A-5772-0FA7-7956-E9AEBDA07283}"/>
              </a:ext>
            </a:extLst>
          </p:cNvPr>
          <p:cNvSpPr/>
          <p:nvPr/>
        </p:nvSpPr>
        <p:spPr>
          <a:xfrm>
            <a:off x="122548" y="357052"/>
            <a:ext cx="8946038" cy="322217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3" name="Shape 2">
            <a:extLst>
              <a:ext uri="{FF2B5EF4-FFF2-40B4-BE49-F238E27FC236}">
                <a16:creationId xmlns:a16="http://schemas.microsoft.com/office/drawing/2014/main" id="{38AFD78F-7367-D450-79DF-E2311483CAB0}"/>
              </a:ext>
            </a:extLst>
          </p:cNvPr>
          <p:cNvSpPr/>
          <p:nvPr/>
        </p:nvSpPr>
        <p:spPr>
          <a:xfrm>
            <a:off x="7825863" y="1569363"/>
            <a:ext cx="1141529" cy="1094096"/>
          </a:xfrm>
          <a:prstGeom prst="roundRect">
            <a:avLst>
              <a:gd name="adj" fmla="val 12308"/>
            </a:avLst>
          </a:prstGeom>
          <a:solidFill>
            <a:schemeClr val="accent1">
              <a:lumMod val="20000"/>
              <a:lumOff val="80000"/>
              <a:alpha val="95898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2" name="Shape 5">
            <a:extLst>
              <a:ext uri="{FF2B5EF4-FFF2-40B4-BE49-F238E27FC236}">
                <a16:creationId xmlns:a16="http://schemas.microsoft.com/office/drawing/2014/main" id="{0613D1A2-4CF6-C032-EAF8-34106918E351}"/>
              </a:ext>
            </a:extLst>
          </p:cNvPr>
          <p:cNvSpPr/>
          <p:nvPr/>
        </p:nvSpPr>
        <p:spPr>
          <a:xfrm>
            <a:off x="5512435" y="1290729"/>
            <a:ext cx="2028445" cy="1670588"/>
          </a:xfrm>
          <a:prstGeom prst="roundRect">
            <a:avLst>
              <a:gd name="adj" fmla="val 12308"/>
            </a:avLst>
          </a:prstGeom>
          <a:solidFill>
            <a:srgbClr val="F7F5DE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1" name="Shape 5">
            <a:extLst>
              <a:ext uri="{FF2B5EF4-FFF2-40B4-BE49-F238E27FC236}">
                <a16:creationId xmlns:a16="http://schemas.microsoft.com/office/drawing/2014/main" id="{2A677DFE-1688-B880-B252-40290954509A}"/>
              </a:ext>
            </a:extLst>
          </p:cNvPr>
          <p:cNvSpPr/>
          <p:nvPr/>
        </p:nvSpPr>
        <p:spPr>
          <a:xfrm>
            <a:off x="3656554" y="1303439"/>
            <a:ext cx="1587236" cy="1657878"/>
          </a:xfrm>
          <a:prstGeom prst="roundRect">
            <a:avLst>
              <a:gd name="adj" fmla="val 12308"/>
            </a:avLst>
          </a:prstGeom>
          <a:solidFill>
            <a:srgbClr val="F7F5DE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E8F44A7B-8C33-2127-E906-3A18BD3D4190}"/>
              </a:ext>
            </a:extLst>
          </p:cNvPr>
          <p:cNvSpPr/>
          <p:nvPr/>
        </p:nvSpPr>
        <p:spPr>
          <a:xfrm>
            <a:off x="176608" y="1546306"/>
            <a:ext cx="1280190" cy="1094096"/>
          </a:xfrm>
          <a:prstGeom prst="roundRect">
            <a:avLst>
              <a:gd name="adj" fmla="val 12308"/>
            </a:avLst>
          </a:prstGeom>
          <a:solidFill>
            <a:schemeClr val="accent1">
              <a:lumMod val="20000"/>
              <a:lumOff val="80000"/>
              <a:alpha val="95898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B75D27E6-9216-E5D4-B05F-1EA7339B4E88}"/>
              </a:ext>
            </a:extLst>
          </p:cNvPr>
          <p:cNvSpPr/>
          <p:nvPr/>
        </p:nvSpPr>
        <p:spPr>
          <a:xfrm>
            <a:off x="172908" y="1745776"/>
            <a:ext cx="1287589" cy="53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User-specified model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any model class accepted</a:t>
            </a:r>
            <a:endParaRPr lang="en-US" sz="1300" b="1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coD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yn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()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  <a:ea typeface="等线" panose="02010600030101010101" pitchFamily="2" charset="-122"/>
              </a:rPr>
              <a:t>community()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02560DBA-F4A0-A947-1215-2348646089DA}"/>
              </a:ext>
            </a:extLst>
          </p:cNvPr>
          <p:cNvSpPr/>
          <p:nvPr/>
        </p:nvSpPr>
        <p:spPr>
          <a:xfrm>
            <a:off x="1717586" y="1290729"/>
            <a:ext cx="1649866" cy="1670589"/>
          </a:xfrm>
          <a:prstGeom prst="roundRect">
            <a:avLst>
              <a:gd name="adj" fmla="val 12308"/>
            </a:avLst>
          </a:prstGeom>
          <a:solidFill>
            <a:srgbClr val="F7F5DE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F7C3C94-DE49-D65A-E587-185E94C5A052}"/>
              </a:ext>
            </a:extLst>
          </p:cNvPr>
          <p:cNvSpPr/>
          <p:nvPr/>
        </p:nvSpPr>
        <p:spPr>
          <a:xfrm>
            <a:off x="1598250" y="1290728"/>
            <a:ext cx="1844903" cy="774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300" b="1" dirty="0"/>
              <a:t>1.</a:t>
            </a:r>
            <a:r>
              <a:rPr lang="zh-CN" altLang="en-US" sz="1300" b="1" dirty="0"/>
              <a:t> </a:t>
            </a:r>
            <a:r>
              <a:rPr lang="en-US" sz="1300" b="1" dirty="0"/>
              <a:t>Integrate dynamics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chemeClr val="bg1">
                    <a:lumMod val="50000"/>
                  </a:schemeClr>
                </a:solidFill>
                <a:latin typeface="Calibri" panose="020F0502020204030204"/>
                <a:ea typeface="等线" panose="02010600030101010101" pitchFamily="2" charset="-122"/>
              </a:rPr>
              <a:t>integrationParams</a:t>
            </a: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()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ctr"/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23E8F4B3-B8B3-3E68-8CFC-90283910C496}"/>
              </a:ext>
            </a:extLst>
          </p:cNvPr>
          <p:cNvSpPr/>
          <p:nvPr/>
        </p:nvSpPr>
        <p:spPr>
          <a:xfrm>
            <a:off x="3618077" y="1289009"/>
            <a:ext cx="164736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2. Introduce mutant</a:t>
            </a:r>
          </a:p>
          <a:p>
            <a:pPr algn="ctr"/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m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utation</a:t>
            </a: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Generator()</a:t>
            </a:r>
            <a:endParaRPr lang="en-US" sz="1300" dirty="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7CA0A194-2583-4970-FF3E-C88F8BEF5CE1}"/>
              </a:ext>
            </a:extLst>
          </p:cNvPr>
          <p:cNvSpPr/>
          <p:nvPr/>
        </p:nvSpPr>
        <p:spPr>
          <a:xfrm>
            <a:off x="5539126" y="1281090"/>
            <a:ext cx="2006624" cy="576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3. Prune extinct phenotypes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b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elow</a:t>
            </a:r>
            <a:r>
              <a:rPr lang="zh-CN" altLang="en-US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extThreshold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Text 20">
            <a:extLst>
              <a:ext uri="{FF2B5EF4-FFF2-40B4-BE49-F238E27FC236}">
                <a16:creationId xmlns:a16="http://schemas.microsoft.com/office/drawing/2014/main" id="{8C8CF7C8-3799-78B0-9A79-D97792958A8F}"/>
              </a:ext>
            </a:extLst>
          </p:cNvPr>
          <p:cNvSpPr/>
          <p:nvPr/>
        </p:nvSpPr>
        <p:spPr>
          <a:xfrm>
            <a:off x="7832899" y="1546306"/>
            <a:ext cx="1111296" cy="635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300" b="1" dirty="0"/>
              <a:t>Evolutionary</a:t>
            </a:r>
            <a:r>
              <a:rPr lang="zh-CN" altLang="en-US" sz="1300" b="1" dirty="0"/>
              <a:t> </a:t>
            </a:r>
            <a:r>
              <a:rPr lang="en-US" altLang="zh-CN" sz="1300" b="1" dirty="0"/>
              <a:t>history</a:t>
            </a:r>
            <a:endParaRPr lang="en-US" sz="1300" b="1" dirty="0"/>
          </a:p>
          <a:p>
            <a:pPr marL="0" indent="0" algn="ctr">
              <a:buNone/>
            </a:pPr>
            <a:r>
              <a:rPr lang="en-US" altLang="zh-CN" sz="1100" dirty="0" err="1">
                <a:solidFill>
                  <a:schemeClr val="bg2">
                    <a:lumMod val="50000"/>
                  </a:schemeClr>
                </a:solidFill>
              </a:rPr>
              <a:t>EvoH</a:t>
            </a:r>
            <a:r>
              <a:rPr lang="en-US" sz="1100" dirty="0" err="1">
                <a:solidFill>
                  <a:schemeClr val="bg2">
                    <a:lumMod val="50000"/>
                  </a:schemeClr>
                </a:solidFill>
              </a:rPr>
              <a:t>ist</a:t>
            </a:r>
            <a:r>
              <a:rPr lang="en-US" altLang="zh-CN" sz="1100" dirty="0" err="1">
                <a:solidFill>
                  <a:schemeClr val="bg2">
                    <a:lumMod val="50000"/>
                  </a:schemeClr>
                </a:solidFill>
              </a:rPr>
              <a:t>ory</a:t>
            </a:r>
            <a:r>
              <a:rPr lang="en-US" altLang="zh-CN" sz="1100" dirty="0">
                <a:solidFill>
                  <a:schemeClr val="bg2">
                    <a:lumMod val="50000"/>
                  </a:schemeClr>
                </a:solidFill>
              </a:rPr>
              <a:t>()</a:t>
            </a:r>
          </a:p>
        </p:txBody>
      </p: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EB97FF5D-1843-E76D-5013-06FE6209E0DB}"/>
              </a:ext>
            </a:extLst>
          </p:cNvPr>
          <p:cNvCxnSpPr>
            <a:cxnSpLocks/>
            <a:stCxn id="6" idx="2"/>
            <a:endCxn id="152" idx="2"/>
          </p:cNvCxnSpPr>
          <p:nvPr/>
        </p:nvCxnSpPr>
        <p:spPr>
          <a:xfrm rot="5400000" flipH="1" flipV="1">
            <a:off x="4534587" y="969248"/>
            <a:ext cx="1" cy="3984139"/>
          </a:xfrm>
          <a:prstGeom prst="bentConnector3">
            <a:avLst>
              <a:gd name="adj1" fmla="val -22860000000"/>
            </a:avLst>
          </a:prstGeom>
          <a:ln w="12700">
            <a:solidFill>
              <a:schemeClr val="bg2">
                <a:lumMod val="50000"/>
              </a:schemeClr>
            </a:solidFill>
            <a:prstDash val="lg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 17">
            <a:extLst>
              <a:ext uri="{FF2B5EF4-FFF2-40B4-BE49-F238E27FC236}">
                <a16:creationId xmlns:a16="http://schemas.microsoft.com/office/drawing/2014/main" id="{CBF1FD57-E3CE-142B-3A1A-CDA36D9C2FF8}"/>
              </a:ext>
            </a:extLst>
          </p:cNvPr>
          <p:cNvSpPr/>
          <p:nvPr/>
        </p:nvSpPr>
        <p:spPr>
          <a:xfrm>
            <a:off x="3989314" y="316074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900" i="1" dirty="0">
                <a:solidFill>
                  <a:srgbClr val="5F5E5A"/>
                </a:solidFill>
              </a:rPr>
              <a:t>inner</a:t>
            </a:r>
            <a:r>
              <a:rPr lang="zh-CN" altLang="en-US" sz="900" i="1" dirty="0">
                <a:solidFill>
                  <a:srgbClr val="5F5E5A"/>
                </a:solidFill>
              </a:rPr>
              <a:t> </a:t>
            </a:r>
            <a:r>
              <a:rPr lang="en-US" altLang="zh-CN" sz="900" i="1" dirty="0">
                <a:solidFill>
                  <a:srgbClr val="5F5E5A"/>
                </a:solidFill>
              </a:rPr>
              <a:t>loop</a:t>
            </a:r>
            <a:endParaRPr lang="en-US" sz="9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072A0EDD-6B86-BDAC-B883-93B8204D9880}"/>
              </a:ext>
            </a:extLst>
          </p:cNvPr>
          <p:cNvSpPr txBox="1"/>
          <p:nvPr/>
        </p:nvSpPr>
        <p:spPr>
          <a:xfrm>
            <a:off x="3793519" y="984345"/>
            <a:ext cx="12682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i="1" dirty="0"/>
              <a:t>Evolutionary</a:t>
            </a:r>
            <a:r>
              <a:rPr lang="zh-CN" altLang="en-US" sz="1100" i="1" dirty="0"/>
              <a:t> </a:t>
            </a:r>
            <a:r>
              <a:rPr lang="en-US" altLang="zh-CN" sz="1100" i="1" dirty="0"/>
              <a:t>phase</a:t>
            </a:r>
            <a:endParaRPr lang="en-US" sz="1100" i="1" dirty="0"/>
          </a:p>
        </p:txBody>
      </p:sp>
      <p:sp>
        <p:nvSpPr>
          <p:cNvPr id="168" name="Text 1">
            <a:extLst>
              <a:ext uri="{FF2B5EF4-FFF2-40B4-BE49-F238E27FC236}">
                <a16:creationId xmlns:a16="http://schemas.microsoft.com/office/drawing/2014/main" id="{60295D1C-144B-0B59-D744-72F8D173DF28}"/>
              </a:ext>
            </a:extLst>
          </p:cNvPr>
          <p:cNvSpPr/>
          <p:nvPr/>
        </p:nvSpPr>
        <p:spPr>
          <a:xfrm>
            <a:off x="312867" y="3247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</a:rPr>
              <a:t>outer loop — repeat for N mutation events</a:t>
            </a:r>
            <a:endParaRPr lang="en-US" sz="1000" dirty="0"/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1AB07D58-2DC0-A2A4-E3D1-D7273612E11A}"/>
              </a:ext>
            </a:extLst>
          </p:cNvPr>
          <p:cNvCxnSpPr>
            <a:cxnSpLocks/>
          </p:cNvCxnSpPr>
          <p:nvPr/>
        </p:nvCxnSpPr>
        <p:spPr>
          <a:xfrm>
            <a:off x="1510701" y="2101575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3B34F3A2-D604-3F99-9C14-6DF666A4F69A}"/>
              </a:ext>
            </a:extLst>
          </p:cNvPr>
          <p:cNvCxnSpPr>
            <a:cxnSpLocks/>
          </p:cNvCxnSpPr>
          <p:nvPr/>
        </p:nvCxnSpPr>
        <p:spPr>
          <a:xfrm>
            <a:off x="3433470" y="2097594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24CDD8D0-BE3A-9454-0C1E-50196EFADDB3}"/>
              </a:ext>
            </a:extLst>
          </p:cNvPr>
          <p:cNvCxnSpPr>
            <a:cxnSpLocks/>
          </p:cNvCxnSpPr>
          <p:nvPr/>
        </p:nvCxnSpPr>
        <p:spPr>
          <a:xfrm>
            <a:off x="5313929" y="2093353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8C899BC8-7A10-C936-74FE-CAB19401A45D}"/>
              </a:ext>
            </a:extLst>
          </p:cNvPr>
          <p:cNvCxnSpPr>
            <a:cxnSpLocks/>
          </p:cNvCxnSpPr>
          <p:nvPr/>
        </p:nvCxnSpPr>
        <p:spPr>
          <a:xfrm>
            <a:off x="7590381" y="2093353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11DF383E-DAE6-E033-9C64-D6FD52209DD2}"/>
              </a:ext>
            </a:extLst>
          </p:cNvPr>
          <p:cNvSpPr txBox="1"/>
          <p:nvPr/>
        </p:nvSpPr>
        <p:spPr>
          <a:xfrm>
            <a:off x="1887711" y="984345"/>
            <a:ext cx="11592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i="1" dirty="0"/>
              <a:t>Ecological</a:t>
            </a:r>
            <a:r>
              <a:rPr lang="zh-CN" altLang="en-US" sz="1100" i="1" dirty="0"/>
              <a:t> </a:t>
            </a:r>
            <a:r>
              <a:rPr lang="en-US" altLang="zh-CN" sz="1100" i="1" dirty="0"/>
              <a:t>phase</a:t>
            </a:r>
            <a:endParaRPr lang="en-US" sz="1100" i="1" dirty="0"/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7546B067-09C3-A0F5-C6FE-25F449BAACEB}"/>
              </a:ext>
            </a:extLst>
          </p:cNvPr>
          <p:cNvGrpSpPr/>
          <p:nvPr/>
        </p:nvGrpSpPr>
        <p:grpSpPr>
          <a:xfrm>
            <a:off x="1989801" y="2073299"/>
            <a:ext cx="975109" cy="596300"/>
            <a:chOff x="871880" y="1444752"/>
            <a:chExt cx="1331700" cy="761782"/>
          </a:xfrm>
        </p:grpSpPr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EF7BA987-324F-A080-398C-E73AB4E0378B}"/>
                </a:ext>
              </a:extLst>
            </p:cNvPr>
            <p:cNvGrpSpPr/>
            <p:nvPr/>
          </p:nvGrpSpPr>
          <p:grpSpPr>
            <a:xfrm>
              <a:off x="1467588" y="1510043"/>
              <a:ext cx="201168" cy="201168"/>
              <a:chOff x="1225296" y="1527048"/>
              <a:chExt cx="201168" cy="201168"/>
            </a:xfrm>
          </p:grpSpPr>
          <p:sp>
            <p:nvSpPr>
              <p:cNvPr id="197" name="Shape 15">
                <a:extLst>
                  <a:ext uri="{FF2B5EF4-FFF2-40B4-BE49-F238E27FC236}">
                    <a16:creationId xmlns:a16="http://schemas.microsoft.com/office/drawing/2014/main" id="{9BD15F03-B4C8-A740-FCD9-BE8E7110D9A0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" name="Shape 16">
                <a:extLst>
                  <a:ext uri="{FF2B5EF4-FFF2-40B4-BE49-F238E27FC236}">
                    <a16:creationId xmlns:a16="http://schemas.microsoft.com/office/drawing/2014/main" id="{D2C19647-14D9-9C5C-F394-CA0D7436E130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BDF35263-3316-E2EC-5864-51E307061995}"/>
                </a:ext>
              </a:extLst>
            </p:cNvPr>
            <p:cNvGrpSpPr/>
            <p:nvPr/>
          </p:nvGrpSpPr>
          <p:grpSpPr>
            <a:xfrm>
              <a:off x="1874520" y="1444752"/>
              <a:ext cx="182880" cy="182880"/>
              <a:chOff x="1874520" y="1444752"/>
              <a:chExt cx="182880" cy="182880"/>
            </a:xfrm>
          </p:grpSpPr>
          <p:sp>
            <p:nvSpPr>
              <p:cNvPr id="195" name="Shape 23">
                <a:extLst>
                  <a:ext uri="{FF2B5EF4-FFF2-40B4-BE49-F238E27FC236}">
                    <a16:creationId xmlns:a16="http://schemas.microsoft.com/office/drawing/2014/main" id="{2FC188F4-E3EB-B977-FD8E-FD0B960DF322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Shape 24">
                <a:extLst>
                  <a:ext uri="{FF2B5EF4-FFF2-40B4-BE49-F238E27FC236}">
                    <a16:creationId xmlns:a16="http://schemas.microsoft.com/office/drawing/2014/main" id="{D2BAE638-02E0-944F-0446-C4E489AEE08F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822DFE3A-6B91-7EB9-A8D6-111FD5DDED43}"/>
                </a:ext>
              </a:extLst>
            </p:cNvPr>
            <p:cNvGrpSpPr/>
            <p:nvPr/>
          </p:nvGrpSpPr>
          <p:grpSpPr>
            <a:xfrm>
              <a:off x="978195" y="1975612"/>
              <a:ext cx="201168" cy="201168"/>
              <a:chOff x="1225296" y="1527048"/>
              <a:chExt cx="201168" cy="201168"/>
            </a:xfrm>
          </p:grpSpPr>
          <p:sp>
            <p:nvSpPr>
              <p:cNvPr id="193" name="Shape 15">
                <a:extLst>
                  <a:ext uri="{FF2B5EF4-FFF2-40B4-BE49-F238E27FC236}">
                    <a16:creationId xmlns:a16="http://schemas.microsoft.com/office/drawing/2014/main" id="{9BFFD452-3B67-F629-951E-75D9239CE0D6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" name="Shape 16">
                <a:extLst>
                  <a:ext uri="{FF2B5EF4-FFF2-40B4-BE49-F238E27FC236}">
                    <a16:creationId xmlns:a16="http://schemas.microsoft.com/office/drawing/2014/main" id="{71B2F20C-7CE1-9E54-48F8-071E8AAF8B99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FF9757E9-AB25-6690-DE86-3ED827D341E5}"/>
                </a:ext>
              </a:extLst>
            </p:cNvPr>
            <p:cNvGrpSpPr/>
            <p:nvPr/>
          </p:nvGrpSpPr>
          <p:grpSpPr>
            <a:xfrm>
              <a:off x="871880" y="1632056"/>
              <a:ext cx="182880" cy="182880"/>
              <a:chOff x="1874520" y="1444752"/>
              <a:chExt cx="182880" cy="182880"/>
            </a:xfrm>
          </p:grpSpPr>
          <p:sp>
            <p:nvSpPr>
              <p:cNvPr id="191" name="Shape 23">
                <a:extLst>
                  <a:ext uri="{FF2B5EF4-FFF2-40B4-BE49-F238E27FC236}">
                    <a16:creationId xmlns:a16="http://schemas.microsoft.com/office/drawing/2014/main" id="{3CF5D1E6-BC75-53F0-E1C3-1110AA6288EB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Shape 24">
                <a:extLst>
                  <a:ext uri="{FF2B5EF4-FFF2-40B4-BE49-F238E27FC236}">
                    <a16:creationId xmlns:a16="http://schemas.microsoft.com/office/drawing/2014/main" id="{DE475FB9-AEBF-BF0D-22BD-D290E48797D9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67BB5287-5943-B122-44A5-10A426AD5EEE}"/>
                </a:ext>
              </a:extLst>
            </p:cNvPr>
            <p:cNvGrpSpPr/>
            <p:nvPr/>
          </p:nvGrpSpPr>
          <p:grpSpPr>
            <a:xfrm>
              <a:off x="1447471" y="2005366"/>
              <a:ext cx="201168" cy="201168"/>
              <a:chOff x="1225296" y="1527048"/>
              <a:chExt cx="201168" cy="201168"/>
            </a:xfrm>
          </p:grpSpPr>
          <p:sp>
            <p:nvSpPr>
              <p:cNvPr id="189" name="Shape 15">
                <a:extLst>
                  <a:ext uri="{FF2B5EF4-FFF2-40B4-BE49-F238E27FC236}">
                    <a16:creationId xmlns:a16="http://schemas.microsoft.com/office/drawing/2014/main" id="{5A6F4697-E6DA-BA00-B86B-4172AC0B1EF6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Shape 16">
                <a:extLst>
                  <a:ext uri="{FF2B5EF4-FFF2-40B4-BE49-F238E27FC236}">
                    <a16:creationId xmlns:a16="http://schemas.microsoft.com/office/drawing/2014/main" id="{00425469-EAAE-36EB-D8C6-82223CF22B77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7A9A02E8-E551-ED6F-183B-B2760C3E9589}"/>
                </a:ext>
              </a:extLst>
            </p:cNvPr>
            <p:cNvGrpSpPr/>
            <p:nvPr/>
          </p:nvGrpSpPr>
          <p:grpSpPr>
            <a:xfrm>
              <a:off x="2002412" y="1913763"/>
              <a:ext cx="201168" cy="201168"/>
              <a:chOff x="1225296" y="1527048"/>
              <a:chExt cx="201168" cy="201168"/>
            </a:xfrm>
          </p:grpSpPr>
          <p:sp>
            <p:nvSpPr>
              <p:cNvPr id="187" name="Shape 15">
                <a:extLst>
                  <a:ext uri="{FF2B5EF4-FFF2-40B4-BE49-F238E27FC236}">
                    <a16:creationId xmlns:a16="http://schemas.microsoft.com/office/drawing/2014/main" id="{0E3D6681-0DDA-9D67-D6A0-B74F9A4FA48F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" name="Shape 16">
                <a:extLst>
                  <a:ext uri="{FF2B5EF4-FFF2-40B4-BE49-F238E27FC236}">
                    <a16:creationId xmlns:a16="http://schemas.microsoft.com/office/drawing/2014/main" id="{4DAAEB6D-E162-D8AB-A8DE-8232F95CC4DE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82C3B962-63E8-600E-DDFB-B86FADB8436D}"/>
              </a:ext>
            </a:extLst>
          </p:cNvPr>
          <p:cNvGrpSpPr/>
          <p:nvPr/>
        </p:nvGrpSpPr>
        <p:grpSpPr>
          <a:xfrm>
            <a:off x="3807706" y="1870822"/>
            <a:ext cx="1704802" cy="1008947"/>
            <a:chOff x="5512572" y="834495"/>
            <a:chExt cx="2219568" cy="1303224"/>
          </a:xfrm>
        </p:grpSpPr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DDC5F1F8-206F-67C7-D962-2CDC1EAEE680}"/>
                </a:ext>
              </a:extLst>
            </p:cNvPr>
            <p:cNvGrpSpPr/>
            <p:nvPr/>
          </p:nvGrpSpPr>
          <p:grpSpPr>
            <a:xfrm>
              <a:off x="7019838" y="1167407"/>
              <a:ext cx="179025" cy="162648"/>
              <a:chOff x="7067843" y="717976"/>
              <a:chExt cx="201168" cy="206147"/>
            </a:xfrm>
          </p:grpSpPr>
          <p:sp>
            <p:nvSpPr>
              <p:cNvPr id="307" name="Shape 71">
                <a:extLst>
                  <a:ext uri="{FF2B5EF4-FFF2-40B4-BE49-F238E27FC236}">
                    <a16:creationId xmlns:a16="http://schemas.microsoft.com/office/drawing/2014/main" id="{F1AE5994-4DC1-CE0D-CD77-E9115D0A6958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08" name="Shape 72">
                <a:extLst>
                  <a:ext uri="{FF2B5EF4-FFF2-40B4-BE49-F238E27FC236}">
                    <a16:creationId xmlns:a16="http://schemas.microsoft.com/office/drawing/2014/main" id="{3101C30B-FDB7-AF77-E18A-F7D02C3D4DB1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3BAB490D-C246-6336-D359-E170AFFA2D82}"/>
                </a:ext>
              </a:extLst>
            </p:cNvPr>
            <p:cNvSpPr txBox="1"/>
            <p:nvPr/>
          </p:nvSpPr>
          <p:spPr>
            <a:xfrm>
              <a:off x="6165693" y="834495"/>
              <a:ext cx="1566447" cy="337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/>
                <a:t>a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new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mutant</a:t>
              </a:r>
              <a:endParaRPr lang="en-US" sz="1100" dirty="0"/>
            </a:p>
          </p:txBody>
        </p:sp>
        <p:cxnSp>
          <p:nvCxnSpPr>
            <p:cNvPr id="203" name="Curved Connector 202">
              <a:extLst>
                <a:ext uri="{FF2B5EF4-FFF2-40B4-BE49-F238E27FC236}">
                  <a16:creationId xmlns:a16="http://schemas.microsoft.com/office/drawing/2014/main" id="{9CD148C5-17AB-CC34-CCA3-0F6702E49D3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746370" y="1200193"/>
              <a:ext cx="162647" cy="242445"/>
            </a:xfrm>
            <a:prstGeom prst="curvedConnector2">
              <a:avLst/>
            </a:prstGeom>
            <a:ln w="9525">
              <a:solidFill>
                <a:schemeClr val="accent2">
                  <a:lumMod val="50000"/>
                  <a:alpha val="89000"/>
                </a:schemeClr>
              </a:solidFill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9C578FD7-4008-D2F6-45B3-A8036EB76E9C}"/>
                </a:ext>
              </a:extLst>
            </p:cNvPr>
            <p:cNvGrpSpPr/>
            <p:nvPr/>
          </p:nvGrpSpPr>
          <p:grpSpPr>
            <a:xfrm>
              <a:off x="6209427" y="1482458"/>
              <a:ext cx="186961" cy="186850"/>
              <a:chOff x="1225296" y="1527048"/>
              <a:chExt cx="201168" cy="201168"/>
            </a:xfrm>
          </p:grpSpPr>
          <p:sp>
            <p:nvSpPr>
              <p:cNvPr id="305" name="Shape 15">
                <a:extLst>
                  <a:ext uri="{FF2B5EF4-FFF2-40B4-BE49-F238E27FC236}">
                    <a16:creationId xmlns:a16="http://schemas.microsoft.com/office/drawing/2014/main" id="{176BA3BF-FABD-C3BC-2D98-B1548FE0B909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Shape 16">
                <a:extLst>
                  <a:ext uri="{FF2B5EF4-FFF2-40B4-BE49-F238E27FC236}">
                    <a16:creationId xmlns:a16="http://schemas.microsoft.com/office/drawing/2014/main" id="{3364FDB0-24BE-FDD8-4718-9C1B317A289C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765800D8-AAA2-12F4-4E96-9218B83591AC}"/>
                </a:ext>
              </a:extLst>
            </p:cNvPr>
            <p:cNvGrpSpPr/>
            <p:nvPr/>
          </p:nvGrpSpPr>
          <p:grpSpPr>
            <a:xfrm>
              <a:off x="6587620" y="1421814"/>
              <a:ext cx="169964" cy="169864"/>
              <a:chOff x="1874520" y="1444752"/>
              <a:chExt cx="182880" cy="182880"/>
            </a:xfrm>
          </p:grpSpPr>
          <p:sp>
            <p:nvSpPr>
              <p:cNvPr id="303" name="Shape 23">
                <a:extLst>
                  <a:ext uri="{FF2B5EF4-FFF2-40B4-BE49-F238E27FC236}">
                    <a16:creationId xmlns:a16="http://schemas.microsoft.com/office/drawing/2014/main" id="{A1AD1450-5FDA-7C1E-BAE5-C0023EA1BF67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" name="Shape 24">
                <a:extLst>
                  <a:ext uri="{FF2B5EF4-FFF2-40B4-BE49-F238E27FC236}">
                    <a16:creationId xmlns:a16="http://schemas.microsoft.com/office/drawing/2014/main" id="{A9A1A06B-0E01-CD55-2584-95DAC4ABE74A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93078588-A683-B090-BCE1-440873F96EFE}"/>
                </a:ext>
              </a:extLst>
            </p:cNvPr>
            <p:cNvGrpSpPr/>
            <p:nvPr/>
          </p:nvGrpSpPr>
          <p:grpSpPr>
            <a:xfrm>
              <a:off x="5754596" y="1914891"/>
              <a:ext cx="186961" cy="186850"/>
              <a:chOff x="1225296" y="1527048"/>
              <a:chExt cx="201168" cy="201168"/>
            </a:xfrm>
          </p:grpSpPr>
          <p:sp>
            <p:nvSpPr>
              <p:cNvPr id="301" name="Shape 15">
                <a:extLst>
                  <a:ext uri="{FF2B5EF4-FFF2-40B4-BE49-F238E27FC236}">
                    <a16:creationId xmlns:a16="http://schemas.microsoft.com/office/drawing/2014/main" id="{E50CBFBF-0D11-6C1C-17A7-2BCD38996173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Shape 16">
                <a:extLst>
                  <a:ext uri="{FF2B5EF4-FFF2-40B4-BE49-F238E27FC236}">
                    <a16:creationId xmlns:a16="http://schemas.microsoft.com/office/drawing/2014/main" id="{08EF30B4-AFA2-E503-CECA-B156CA6162BE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2466FBA2-3AC5-7BDB-042F-EEB8B39D6F9D}"/>
                </a:ext>
              </a:extLst>
            </p:cNvPr>
            <p:cNvGrpSpPr/>
            <p:nvPr/>
          </p:nvGrpSpPr>
          <p:grpSpPr>
            <a:xfrm>
              <a:off x="5512572" y="1636036"/>
              <a:ext cx="169964" cy="169864"/>
              <a:chOff x="1874520" y="1444752"/>
              <a:chExt cx="182880" cy="182880"/>
            </a:xfrm>
          </p:grpSpPr>
          <p:sp>
            <p:nvSpPr>
              <p:cNvPr id="299" name="Shape 23">
                <a:extLst>
                  <a:ext uri="{FF2B5EF4-FFF2-40B4-BE49-F238E27FC236}">
                    <a16:creationId xmlns:a16="http://schemas.microsoft.com/office/drawing/2014/main" id="{7FD9A322-6180-C34C-5660-64656E7AA0E9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Shape 24">
                <a:extLst>
                  <a:ext uri="{FF2B5EF4-FFF2-40B4-BE49-F238E27FC236}">
                    <a16:creationId xmlns:a16="http://schemas.microsoft.com/office/drawing/2014/main" id="{7A52ADC0-22EB-ADD3-11AE-9C84F3A8717E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9C3014CD-5EF0-2E8B-D611-4D3D6745F4C8}"/>
                </a:ext>
              </a:extLst>
            </p:cNvPr>
            <p:cNvGrpSpPr/>
            <p:nvPr/>
          </p:nvGrpSpPr>
          <p:grpSpPr>
            <a:xfrm>
              <a:off x="6291319" y="1950869"/>
              <a:ext cx="186961" cy="186850"/>
              <a:chOff x="1225296" y="1527048"/>
              <a:chExt cx="201168" cy="201168"/>
            </a:xfrm>
          </p:grpSpPr>
          <p:sp>
            <p:nvSpPr>
              <p:cNvPr id="297" name="Shape 15">
                <a:extLst>
                  <a:ext uri="{FF2B5EF4-FFF2-40B4-BE49-F238E27FC236}">
                    <a16:creationId xmlns:a16="http://schemas.microsoft.com/office/drawing/2014/main" id="{FDF2EFC0-AE8D-3DDF-F814-7AE6B3625982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" name="Shape 16">
                <a:extLst>
                  <a:ext uri="{FF2B5EF4-FFF2-40B4-BE49-F238E27FC236}">
                    <a16:creationId xmlns:a16="http://schemas.microsoft.com/office/drawing/2014/main" id="{2650C282-EC03-9977-9E9F-6F75BFD9C44A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1B072F60-D0E0-F03E-044A-3F8E1B6F9B77}"/>
                </a:ext>
              </a:extLst>
            </p:cNvPr>
            <p:cNvGrpSpPr/>
            <p:nvPr/>
          </p:nvGrpSpPr>
          <p:grpSpPr>
            <a:xfrm>
              <a:off x="6706480" y="1857444"/>
              <a:ext cx="186961" cy="186850"/>
              <a:chOff x="1225296" y="1527048"/>
              <a:chExt cx="201168" cy="201168"/>
            </a:xfrm>
          </p:grpSpPr>
          <p:sp>
            <p:nvSpPr>
              <p:cNvPr id="295" name="Shape 15">
                <a:extLst>
                  <a:ext uri="{FF2B5EF4-FFF2-40B4-BE49-F238E27FC236}">
                    <a16:creationId xmlns:a16="http://schemas.microsoft.com/office/drawing/2014/main" id="{2738BBE6-CA8C-96E3-D620-D63B44B79DC5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Shape 16">
                <a:extLst>
                  <a:ext uri="{FF2B5EF4-FFF2-40B4-BE49-F238E27FC236}">
                    <a16:creationId xmlns:a16="http://schemas.microsoft.com/office/drawing/2014/main" id="{DB8F73C0-BF58-51BE-74C3-031696A9479C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0584FA94-E72E-FFEE-38EE-3A7F0B621C1B}"/>
                </a:ext>
              </a:extLst>
            </p:cNvPr>
            <p:cNvGrpSpPr/>
            <p:nvPr/>
          </p:nvGrpSpPr>
          <p:grpSpPr>
            <a:xfrm>
              <a:off x="5512572" y="1078604"/>
              <a:ext cx="169964" cy="169864"/>
              <a:chOff x="1874520" y="1444752"/>
              <a:chExt cx="182880" cy="182880"/>
            </a:xfrm>
          </p:grpSpPr>
          <p:sp>
            <p:nvSpPr>
              <p:cNvPr id="293" name="Shape 23">
                <a:extLst>
                  <a:ext uri="{FF2B5EF4-FFF2-40B4-BE49-F238E27FC236}">
                    <a16:creationId xmlns:a16="http://schemas.microsoft.com/office/drawing/2014/main" id="{D98B8C3F-9AC5-5F99-A3FE-444806F3982C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Shape 24">
                <a:extLst>
                  <a:ext uri="{FF2B5EF4-FFF2-40B4-BE49-F238E27FC236}">
                    <a16:creationId xmlns:a16="http://schemas.microsoft.com/office/drawing/2014/main" id="{E5CF6F15-03A8-A200-2F0B-068F2B184DC3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F2AE0E09-7C9B-8530-A490-8C26D5BD78BF}"/>
                </a:ext>
              </a:extLst>
            </p:cNvPr>
            <p:cNvGrpSpPr/>
            <p:nvPr/>
          </p:nvGrpSpPr>
          <p:grpSpPr>
            <a:xfrm>
              <a:off x="5971477" y="1658721"/>
              <a:ext cx="186961" cy="186850"/>
              <a:chOff x="1225296" y="1527048"/>
              <a:chExt cx="201168" cy="201168"/>
            </a:xfrm>
          </p:grpSpPr>
          <p:sp>
            <p:nvSpPr>
              <p:cNvPr id="291" name="Shape 15">
                <a:extLst>
                  <a:ext uri="{FF2B5EF4-FFF2-40B4-BE49-F238E27FC236}">
                    <a16:creationId xmlns:a16="http://schemas.microsoft.com/office/drawing/2014/main" id="{440A8F5D-2EF1-882C-634D-66A4EFD69F43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" name="Shape 16">
                <a:extLst>
                  <a:ext uri="{FF2B5EF4-FFF2-40B4-BE49-F238E27FC236}">
                    <a16:creationId xmlns:a16="http://schemas.microsoft.com/office/drawing/2014/main" id="{31AC08E2-4C6A-1664-E5AC-9EA9B353B588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8F0F4605-0542-7A0D-DD73-09A6F69EEE03}"/>
                </a:ext>
              </a:extLst>
            </p:cNvPr>
            <p:cNvGrpSpPr/>
            <p:nvPr/>
          </p:nvGrpSpPr>
          <p:grpSpPr>
            <a:xfrm>
              <a:off x="5719754" y="1319895"/>
              <a:ext cx="186961" cy="186850"/>
              <a:chOff x="1225296" y="1527048"/>
              <a:chExt cx="201168" cy="201168"/>
            </a:xfrm>
          </p:grpSpPr>
          <p:sp>
            <p:nvSpPr>
              <p:cNvPr id="288" name="Shape 15">
                <a:extLst>
                  <a:ext uri="{FF2B5EF4-FFF2-40B4-BE49-F238E27FC236}">
                    <a16:creationId xmlns:a16="http://schemas.microsoft.com/office/drawing/2014/main" id="{A499F895-B15D-FCB9-72BC-D5042645D1B1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Shape 16">
                <a:extLst>
                  <a:ext uri="{FF2B5EF4-FFF2-40B4-BE49-F238E27FC236}">
                    <a16:creationId xmlns:a16="http://schemas.microsoft.com/office/drawing/2014/main" id="{40732566-7A11-A98D-DED8-050F93DBE3B0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9A54B9DA-32C5-1E7B-A211-9FA386A868FB}"/>
              </a:ext>
            </a:extLst>
          </p:cNvPr>
          <p:cNvGrpSpPr/>
          <p:nvPr/>
        </p:nvGrpSpPr>
        <p:grpSpPr>
          <a:xfrm>
            <a:off x="5824142" y="1883369"/>
            <a:ext cx="1435025" cy="997550"/>
            <a:chOff x="753529" y="3465034"/>
            <a:chExt cx="1435025" cy="997550"/>
          </a:xfrm>
        </p:grpSpPr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D9CAD6E6-0102-C697-7D60-283E6E02A8EE}"/>
                </a:ext>
              </a:extLst>
            </p:cNvPr>
            <p:cNvGrpSpPr/>
            <p:nvPr/>
          </p:nvGrpSpPr>
          <p:grpSpPr>
            <a:xfrm>
              <a:off x="1327716" y="3972192"/>
              <a:ext cx="150129" cy="139837"/>
              <a:chOff x="1225296" y="1527048"/>
              <a:chExt cx="201168" cy="201168"/>
            </a:xfrm>
          </p:grpSpPr>
          <p:sp>
            <p:nvSpPr>
              <p:cNvPr id="366" name="Shape 15">
                <a:extLst>
                  <a:ext uri="{FF2B5EF4-FFF2-40B4-BE49-F238E27FC236}">
                    <a16:creationId xmlns:a16="http://schemas.microsoft.com/office/drawing/2014/main" id="{10C715DC-7D0A-7CBF-51F2-456C1D1F0E31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Shape 16">
                <a:extLst>
                  <a:ext uri="{FF2B5EF4-FFF2-40B4-BE49-F238E27FC236}">
                    <a16:creationId xmlns:a16="http://schemas.microsoft.com/office/drawing/2014/main" id="{B0CE9103-B110-A0ED-F39F-FB992FAC3309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DDC18F0D-8577-6461-E809-195C7124A76D}"/>
                </a:ext>
              </a:extLst>
            </p:cNvPr>
            <p:cNvGrpSpPr/>
            <p:nvPr/>
          </p:nvGrpSpPr>
          <p:grpSpPr>
            <a:xfrm>
              <a:off x="1631405" y="3926806"/>
              <a:ext cx="136481" cy="127125"/>
              <a:chOff x="1874520" y="1444752"/>
              <a:chExt cx="182880" cy="182880"/>
            </a:xfrm>
          </p:grpSpPr>
          <p:sp>
            <p:nvSpPr>
              <p:cNvPr id="364" name="Shape 23">
                <a:extLst>
                  <a:ext uri="{FF2B5EF4-FFF2-40B4-BE49-F238E27FC236}">
                    <a16:creationId xmlns:a16="http://schemas.microsoft.com/office/drawing/2014/main" id="{DB433AFB-646A-2C0A-0B19-7B8DE2640792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" name="Shape 24">
                <a:extLst>
                  <a:ext uri="{FF2B5EF4-FFF2-40B4-BE49-F238E27FC236}">
                    <a16:creationId xmlns:a16="http://schemas.microsoft.com/office/drawing/2014/main" id="{F3C53301-7DE2-E7D4-ED00-5EDADD93DE43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EC80ED31-396C-B404-23FD-30B1D1DD2EE4}"/>
                </a:ext>
              </a:extLst>
            </p:cNvPr>
            <p:cNvGrpSpPr/>
            <p:nvPr/>
          </p:nvGrpSpPr>
          <p:grpSpPr>
            <a:xfrm>
              <a:off x="962487" y="4295822"/>
              <a:ext cx="150129" cy="139837"/>
              <a:chOff x="1225296" y="1527048"/>
              <a:chExt cx="201168" cy="201168"/>
            </a:xfrm>
          </p:grpSpPr>
          <p:sp>
            <p:nvSpPr>
              <p:cNvPr id="362" name="Shape 15">
                <a:extLst>
                  <a:ext uri="{FF2B5EF4-FFF2-40B4-BE49-F238E27FC236}">
                    <a16:creationId xmlns:a16="http://schemas.microsoft.com/office/drawing/2014/main" id="{AA9339AB-8D9D-FFE6-F507-2A9386A531C5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3" name="Shape 16">
                <a:extLst>
                  <a:ext uri="{FF2B5EF4-FFF2-40B4-BE49-F238E27FC236}">
                    <a16:creationId xmlns:a16="http://schemas.microsoft.com/office/drawing/2014/main" id="{B51CF8FA-118A-6D86-1312-451FA6FE236A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4C1E9734-CA7B-BD7F-C6F4-40CD440AB061}"/>
                </a:ext>
              </a:extLst>
            </p:cNvPr>
            <p:cNvGrpSpPr/>
            <p:nvPr/>
          </p:nvGrpSpPr>
          <p:grpSpPr>
            <a:xfrm>
              <a:off x="768142" y="4087128"/>
              <a:ext cx="136481" cy="127125"/>
              <a:chOff x="1874520" y="1444752"/>
              <a:chExt cx="182880" cy="182880"/>
            </a:xfrm>
          </p:grpSpPr>
          <p:sp>
            <p:nvSpPr>
              <p:cNvPr id="360" name="Shape 23">
                <a:extLst>
                  <a:ext uri="{FF2B5EF4-FFF2-40B4-BE49-F238E27FC236}">
                    <a16:creationId xmlns:a16="http://schemas.microsoft.com/office/drawing/2014/main" id="{7865FCFC-DA45-626A-9FDB-3309BCE9EE0F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" name="Shape 24">
                <a:extLst>
                  <a:ext uri="{FF2B5EF4-FFF2-40B4-BE49-F238E27FC236}">
                    <a16:creationId xmlns:a16="http://schemas.microsoft.com/office/drawing/2014/main" id="{99DC5AFC-C681-0AA3-809E-368D8577032C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00F60B4F-4300-856F-D498-A66E7F77B4EC}"/>
                </a:ext>
              </a:extLst>
            </p:cNvPr>
            <p:cNvGrpSpPr/>
            <p:nvPr/>
          </p:nvGrpSpPr>
          <p:grpSpPr>
            <a:xfrm>
              <a:off x="1393475" y="4322747"/>
              <a:ext cx="150129" cy="139837"/>
              <a:chOff x="1225296" y="1527048"/>
              <a:chExt cx="201168" cy="201168"/>
            </a:xfrm>
          </p:grpSpPr>
          <p:sp>
            <p:nvSpPr>
              <p:cNvPr id="358" name="Shape 15">
                <a:extLst>
                  <a:ext uri="{FF2B5EF4-FFF2-40B4-BE49-F238E27FC236}">
                    <a16:creationId xmlns:a16="http://schemas.microsoft.com/office/drawing/2014/main" id="{588C630E-9982-8514-510A-EC2B721790D4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" name="Shape 16">
                <a:extLst>
                  <a:ext uri="{FF2B5EF4-FFF2-40B4-BE49-F238E27FC236}">
                    <a16:creationId xmlns:a16="http://schemas.microsoft.com/office/drawing/2014/main" id="{7DA951B9-AE9B-089B-67B5-1F947D1A2650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60838928-7892-3AAA-AE9D-6040C35905BB}"/>
                </a:ext>
              </a:extLst>
            </p:cNvPr>
            <p:cNvGrpSpPr/>
            <p:nvPr/>
          </p:nvGrpSpPr>
          <p:grpSpPr>
            <a:xfrm>
              <a:off x="1726849" y="4252829"/>
              <a:ext cx="150129" cy="139837"/>
              <a:chOff x="1225296" y="1527048"/>
              <a:chExt cx="201168" cy="201168"/>
            </a:xfrm>
          </p:grpSpPr>
          <p:sp>
            <p:nvSpPr>
              <p:cNvPr id="356" name="Shape 15">
                <a:extLst>
                  <a:ext uri="{FF2B5EF4-FFF2-40B4-BE49-F238E27FC236}">
                    <a16:creationId xmlns:a16="http://schemas.microsoft.com/office/drawing/2014/main" id="{304A3F83-7B81-A9AC-B0E8-35E75E2EDF99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7" name="Shape 16">
                <a:extLst>
                  <a:ext uri="{FF2B5EF4-FFF2-40B4-BE49-F238E27FC236}">
                    <a16:creationId xmlns:a16="http://schemas.microsoft.com/office/drawing/2014/main" id="{CA782C46-B7AE-531C-982C-323E0CDE824B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F61AF679-EB53-9B16-55F8-E213CA5376E8}"/>
                </a:ext>
              </a:extLst>
            </p:cNvPr>
            <p:cNvGrpSpPr/>
            <p:nvPr/>
          </p:nvGrpSpPr>
          <p:grpSpPr>
            <a:xfrm>
              <a:off x="1136642" y="4104105"/>
              <a:ext cx="150129" cy="139837"/>
              <a:chOff x="1225296" y="1527048"/>
              <a:chExt cx="201168" cy="201168"/>
            </a:xfrm>
          </p:grpSpPr>
          <p:sp>
            <p:nvSpPr>
              <p:cNvPr id="354" name="Shape 15">
                <a:extLst>
                  <a:ext uri="{FF2B5EF4-FFF2-40B4-BE49-F238E27FC236}">
                    <a16:creationId xmlns:a16="http://schemas.microsoft.com/office/drawing/2014/main" id="{1D5C864F-64BE-A0C1-5D45-F856D67A9D69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Shape 16">
                <a:extLst>
                  <a:ext uri="{FF2B5EF4-FFF2-40B4-BE49-F238E27FC236}">
                    <a16:creationId xmlns:a16="http://schemas.microsoft.com/office/drawing/2014/main" id="{3FD3D180-95EF-A475-694F-90BFE5B74821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8" name="Group 317">
              <a:extLst>
                <a:ext uri="{FF2B5EF4-FFF2-40B4-BE49-F238E27FC236}">
                  <a16:creationId xmlns:a16="http://schemas.microsoft.com/office/drawing/2014/main" id="{2C4D7502-F5C4-7DC9-BA60-771CD561BD4B}"/>
                </a:ext>
              </a:extLst>
            </p:cNvPr>
            <p:cNvGrpSpPr/>
            <p:nvPr/>
          </p:nvGrpSpPr>
          <p:grpSpPr>
            <a:xfrm>
              <a:off x="934509" y="3850531"/>
              <a:ext cx="150129" cy="139837"/>
              <a:chOff x="1225296" y="1527048"/>
              <a:chExt cx="201168" cy="201168"/>
            </a:xfrm>
          </p:grpSpPr>
          <p:sp>
            <p:nvSpPr>
              <p:cNvPr id="352" name="Shape 15">
                <a:extLst>
                  <a:ext uri="{FF2B5EF4-FFF2-40B4-BE49-F238E27FC236}">
                    <a16:creationId xmlns:a16="http://schemas.microsoft.com/office/drawing/2014/main" id="{640E6451-149F-254C-6E01-231D51277B77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" name="Shape 16">
                <a:extLst>
                  <a:ext uri="{FF2B5EF4-FFF2-40B4-BE49-F238E27FC236}">
                    <a16:creationId xmlns:a16="http://schemas.microsoft.com/office/drawing/2014/main" id="{88566C66-CD8C-A430-9792-B854EBE3AEFA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F2DC29C7-70C9-6CBF-7A8D-C77B5190167A}"/>
                </a:ext>
              </a:extLst>
            </p:cNvPr>
            <p:cNvGrpSpPr/>
            <p:nvPr/>
          </p:nvGrpSpPr>
          <p:grpSpPr>
            <a:xfrm>
              <a:off x="1894866" y="3892890"/>
              <a:ext cx="150129" cy="143298"/>
              <a:chOff x="7067843" y="717976"/>
              <a:chExt cx="201168" cy="206147"/>
            </a:xfrm>
          </p:grpSpPr>
          <p:sp>
            <p:nvSpPr>
              <p:cNvPr id="350" name="Shape 71">
                <a:extLst>
                  <a:ext uri="{FF2B5EF4-FFF2-40B4-BE49-F238E27FC236}">
                    <a16:creationId xmlns:a16="http://schemas.microsoft.com/office/drawing/2014/main" id="{91A084A2-E204-FC37-6772-136F34B250B4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51" name="Shape 72">
                <a:extLst>
                  <a:ext uri="{FF2B5EF4-FFF2-40B4-BE49-F238E27FC236}">
                    <a16:creationId xmlns:a16="http://schemas.microsoft.com/office/drawing/2014/main" id="{A9401A38-CA94-8CE0-2BEC-C4D85954A3B8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9BF024D1-EB6F-4A14-F029-B968FFA8B501}"/>
                </a:ext>
              </a:extLst>
            </p:cNvPr>
            <p:cNvGrpSpPr/>
            <p:nvPr/>
          </p:nvGrpSpPr>
          <p:grpSpPr>
            <a:xfrm>
              <a:off x="1639004" y="3683126"/>
              <a:ext cx="150129" cy="143298"/>
              <a:chOff x="7067843" y="717976"/>
              <a:chExt cx="201168" cy="206147"/>
            </a:xfrm>
          </p:grpSpPr>
          <p:sp>
            <p:nvSpPr>
              <p:cNvPr id="348" name="Shape 71">
                <a:extLst>
                  <a:ext uri="{FF2B5EF4-FFF2-40B4-BE49-F238E27FC236}">
                    <a16:creationId xmlns:a16="http://schemas.microsoft.com/office/drawing/2014/main" id="{0AF21DB3-7097-A290-4A9E-5895C8B81C31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9" name="Shape 72">
                <a:extLst>
                  <a:ext uri="{FF2B5EF4-FFF2-40B4-BE49-F238E27FC236}">
                    <a16:creationId xmlns:a16="http://schemas.microsoft.com/office/drawing/2014/main" id="{E948EA77-5230-E756-5829-34D3DE4834FC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3A49F0A8-602F-0D8B-23E9-A5755E26A8E1}"/>
                </a:ext>
              </a:extLst>
            </p:cNvPr>
            <p:cNvGrpSpPr/>
            <p:nvPr/>
          </p:nvGrpSpPr>
          <p:grpSpPr>
            <a:xfrm>
              <a:off x="1920301" y="3648457"/>
              <a:ext cx="150129" cy="143298"/>
              <a:chOff x="7067843" y="717976"/>
              <a:chExt cx="201168" cy="206147"/>
            </a:xfrm>
          </p:grpSpPr>
          <p:sp>
            <p:nvSpPr>
              <p:cNvPr id="346" name="Shape 71">
                <a:extLst>
                  <a:ext uri="{FF2B5EF4-FFF2-40B4-BE49-F238E27FC236}">
                    <a16:creationId xmlns:a16="http://schemas.microsoft.com/office/drawing/2014/main" id="{B06C90E0-46C5-9C06-8A47-D5CFC2D81172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7" name="Shape 72">
                <a:extLst>
                  <a:ext uri="{FF2B5EF4-FFF2-40B4-BE49-F238E27FC236}">
                    <a16:creationId xmlns:a16="http://schemas.microsoft.com/office/drawing/2014/main" id="{805F0604-3F71-850B-615F-F08162314615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2574CE83-6FE3-1F94-6CD3-A5078917061D}"/>
                </a:ext>
              </a:extLst>
            </p:cNvPr>
            <p:cNvGrpSpPr/>
            <p:nvPr/>
          </p:nvGrpSpPr>
          <p:grpSpPr>
            <a:xfrm>
              <a:off x="1423499" y="3465034"/>
              <a:ext cx="150129" cy="143298"/>
              <a:chOff x="7067843" y="717976"/>
              <a:chExt cx="201168" cy="206147"/>
            </a:xfrm>
          </p:grpSpPr>
          <p:sp>
            <p:nvSpPr>
              <p:cNvPr id="344" name="Shape 71">
                <a:extLst>
                  <a:ext uri="{FF2B5EF4-FFF2-40B4-BE49-F238E27FC236}">
                    <a16:creationId xmlns:a16="http://schemas.microsoft.com/office/drawing/2014/main" id="{F001F007-27E8-00B3-57DA-0D519F7C2EAA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5" name="Shape 72">
                <a:extLst>
                  <a:ext uri="{FF2B5EF4-FFF2-40B4-BE49-F238E27FC236}">
                    <a16:creationId xmlns:a16="http://schemas.microsoft.com/office/drawing/2014/main" id="{2DC84032-4464-1B32-3E76-8B4A7682598C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E1D38702-F9C7-CD28-831E-4492A8353FB1}"/>
                </a:ext>
              </a:extLst>
            </p:cNvPr>
            <p:cNvGrpSpPr/>
            <p:nvPr/>
          </p:nvGrpSpPr>
          <p:grpSpPr>
            <a:xfrm>
              <a:off x="900954" y="3625500"/>
              <a:ext cx="136481" cy="127125"/>
              <a:chOff x="1874520" y="1444752"/>
              <a:chExt cx="182880" cy="182880"/>
            </a:xfrm>
          </p:grpSpPr>
          <p:sp>
            <p:nvSpPr>
              <p:cNvPr id="342" name="Shape 23">
                <a:extLst>
                  <a:ext uri="{FF2B5EF4-FFF2-40B4-BE49-F238E27FC236}">
                    <a16:creationId xmlns:a16="http://schemas.microsoft.com/office/drawing/2014/main" id="{FFCCABB5-954C-B1D0-CF03-C1B8A2FA0AEF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Shape 24">
                <a:extLst>
                  <a:ext uri="{FF2B5EF4-FFF2-40B4-BE49-F238E27FC236}">
                    <a16:creationId xmlns:a16="http://schemas.microsoft.com/office/drawing/2014/main" id="{81E78B80-E8C1-B6EC-4D97-98BC9737C971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4" name="Group 323">
              <a:extLst>
                <a:ext uri="{FF2B5EF4-FFF2-40B4-BE49-F238E27FC236}">
                  <a16:creationId xmlns:a16="http://schemas.microsoft.com/office/drawing/2014/main" id="{DDE7A4B2-31AC-5A48-FDD2-DAB9E69CF373}"/>
                </a:ext>
              </a:extLst>
            </p:cNvPr>
            <p:cNvGrpSpPr/>
            <p:nvPr/>
          </p:nvGrpSpPr>
          <p:grpSpPr>
            <a:xfrm>
              <a:off x="881333" y="3616184"/>
              <a:ext cx="162307" cy="148115"/>
              <a:chOff x="2752253" y="2670772"/>
              <a:chExt cx="218792" cy="256515"/>
            </a:xfrm>
          </p:grpSpPr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B93B0ED2-C341-DCBB-A5CE-4908B04544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0D0A6E8E-58CF-165C-7D66-2817EBBCEF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51D7ADA6-AE02-CA09-8AF4-0DF5D1434213}"/>
                </a:ext>
              </a:extLst>
            </p:cNvPr>
            <p:cNvGrpSpPr/>
            <p:nvPr/>
          </p:nvGrpSpPr>
          <p:grpSpPr>
            <a:xfrm>
              <a:off x="753529" y="4072404"/>
              <a:ext cx="162307" cy="148115"/>
              <a:chOff x="2752253" y="2670772"/>
              <a:chExt cx="218792" cy="256515"/>
            </a:xfrm>
          </p:grpSpPr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0F0C2AE6-495E-653D-CFE4-252E6AC647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D0FBEEC2-5225-4820-897D-6D4655490C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E9479445-29DA-4BE6-A4C8-8D89E136DBA2}"/>
                </a:ext>
              </a:extLst>
            </p:cNvPr>
            <p:cNvGrpSpPr/>
            <p:nvPr/>
          </p:nvGrpSpPr>
          <p:grpSpPr>
            <a:xfrm>
              <a:off x="1605503" y="3910956"/>
              <a:ext cx="162307" cy="148115"/>
              <a:chOff x="2752253" y="2670772"/>
              <a:chExt cx="218792" cy="256515"/>
            </a:xfrm>
          </p:grpSpPr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CEC04705-D002-2DCE-457E-FB92A6D793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76E74411-BE77-7A36-60B2-D5E617944E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7" name="Group 326">
              <a:extLst>
                <a:ext uri="{FF2B5EF4-FFF2-40B4-BE49-F238E27FC236}">
                  <a16:creationId xmlns:a16="http://schemas.microsoft.com/office/drawing/2014/main" id="{23F15DCD-DB93-27DA-A2C7-845CF94E683D}"/>
                </a:ext>
              </a:extLst>
            </p:cNvPr>
            <p:cNvGrpSpPr/>
            <p:nvPr/>
          </p:nvGrpSpPr>
          <p:grpSpPr>
            <a:xfrm>
              <a:off x="1308799" y="3708205"/>
              <a:ext cx="150129" cy="139837"/>
              <a:chOff x="1225296" y="1527048"/>
              <a:chExt cx="201168" cy="201168"/>
            </a:xfrm>
          </p:grpSpPr>
          <p:sp>
            <p:nvSpPr>
              <p:cNvPr id="334" name="Shape 15">
                <a:extLst>
                  <a:ext uri="{FF2B5EF4-FFF2-40B4-BE49-F238E27FC236}">
                    <a16:creationId xmlns:a16="http://schemas.microsoft.com/office/drawing/2014/main" id="{B1485218-7B9D-6330-29F8-4961FA08FEB4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Shape 16">
                <a:extLst>
                  <a:ext uri="{FF2B5EF4-FFF2-40B4-BE49-F238E27FC236}">
                    <a16:creationId xmlns:a16="http://schemas.microsoft.com/office/drawing/2014/main" id="{E9EC9B26-8389-2B7B-F55E-ED427007CF1D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8" name="Group 327">
              <a:extLst>
                <a:ext uri="{FF2B5EF4-FFF2-40B4-BE49-F238E27FC236}">
                  <a16:creationId xmlns:a16="http://schemas.microsoft.com/office/drawing/2014/main" id="{2B50F6E8-7306-82CA-5381-C4B70504F0CA}"/>
                </a:ext>
              </a:extLst>
            </p:cNvPr>
            <p:cNvGrpSpPr/>
            <p:nvPr/>
          </p:nvGrpSpPr>
          <p:grpSpPr>
            <a:xfrm>
              <a:off x="1476298" y="4131532"/>
              <a:ext cx="150129" cy="139837"/>
              <a:chOff x="1225296" y="1527048"/>
              <a:chExt cx="201168" cy="201168"/>
            </a:xfrm>
          </p:grpSpPr>
          <p:sp>
            <p:nvSpPr>
              <p:cNvPr id="332" name="Shape 15">
                <a:extLst>
                  <a:ext uri="{FF2B5EF4-FFF2-40B4-BE49-F238E27FC236}">
                    <a16:creationId xmlns:a16="http://schemas.microsoft.com/office/drawing/2014/main" id="{D57ED78D-4572-55AA-F518-EEA9809EFC1B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3" name="Shape 16">
                <a:extLst>
                  <a:ext uri="{FF2B5EF4-FFF2-40B4-BE49-F238E27FC236}">
                    <a16:creationId xmlns:a16="http://schemas.microsoft.com/office/drawing/2014/main" id="{A1A31B02-3E60-2A3F-6AFC-CE7FF120DCDE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DBE21087-F109-E4CC-4AD1-DDFD544C3DF9}"/>
                </a:ext>
              </a:extLst>
            </p:cNvPr>
            <p:cNvGrpSpPr/>
            <p:nvPr/>
          </p:nvGrpSpPr>
          <p:grpSpPr>
            <a:xfrm>
              <a:off x="2038425" y="4077221"/>
              <a:ext cx="150129" cy="143298"/>
              <a:chOff x="7067843" y="717976"/>
              <a:chExt cx="201168" cy="206147"/>
            </a:xfrm>
          </p:grpSpPr>
          <p:sp>
            <p:nvSpPr>
              <p:cNvPr id="330" name="Shape 71">
                <a:extLst>
                  <a:ext uri="{FF2B5EF4-FFF2-40B4-BE49-F238E27FC236}">
                    <a16:creationId xmlns:a16="http://schemas.microsoft.com/office/drawing/2014/main" id="{C9A50D87-803B-5213-92B3-906CAD9150F1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31" name="Shape 72">
                <a:extLst>
                  <a:ext uri="{FF2B5EF4-FFF2-40B4-BE49-F238E27FC236}">
                    <a16:creationId xmlns:a16="http://schemas.microsoft.com/office/drawing/2014/main" id="{1ABCB67B-F35E-6320-F9F9-2DF924F4BC64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35937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12A5E-748E-4302-E48F-CA12D410D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>
            <a:extLst>
              <a:ext uri="{FF2B5EF4-FFF2-40B4-BE49-F238E27FC236}">
                <a16:creationId xmlns:a16="http://schemas.microsoft.com/office/drawing/2014/main" id="{B01408FC-49D0-03BF-7C27-4EDBEF3886A9}"/>
              </a:ext>
            </a:extLst>
          </p:cNvPr>
          <p:cNvSpPr/>
          <p:nvPr/>
        </p:nvSpPr>
        <p:spPr>
          <a:xfrm>
            <a:off x="122548" y="357052"/>
            <a:ext cx="8946038" cy="322217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3" name="Shape 2">
            <a:extLst>
              <a:ext uri="{FF2B5EF4-FFF2-40B4-BE49-F238E27FC236}">
                <a16:creationId xmlns:a16="http://schemas.microsoft.com/office/drawing/2014/main" id="{76082398-68EA-230C-FF9F-5130DB0895CB}"/>
              </a:ext>
            </a:extLst>
          </p:cNvPr>
          <p:cNvSpPr/>
          <p:nvPr/>
        </p:nvSpPr>
        <p:spPr>
          <a:xfrm>
            <a:off x="7825863" y="1569363"/>
            <a:ext cx="1141529" cy="1094096"/>
          </a:xfrm>
          <a:prstGeom prst="roundRect">
            <a:avLst>
              <a:gd name="adj" fmla="val 12308"/>
            </a:avLst>
          </a:prstGeom>
          <a:solidFill>
            <a:schemeClr val="accent1">
              <a:lumMod val="20000"/>
              <a:lumOff val="80000"/>
              <a:alpha val="95898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2" name="Shape 5">
            <a:extLst>
              <a:ext uri="{FF2B5EF4-FFF2-40B4-BE49-F238E27FC236}">
                <a16:creationId xmlns:a16="http://schemas.microsoft.com/office/drawing/2014/main" id="{55DB0FCF-46FC-976B-20AE-39AF12214198}"/>
              </a:ext>
            </a:extLst>
          </p:cNvPr>
          <p:cNvSpPr/>
          <p:nvPr/>
        </p:nvSpPr>
        <p:spPr>
          <a:xfrm>
            <a:off x="5512435" y="1290729"/>
            <a:ext cx="2028445" cy="1670588"/>
          </a:xfrm>
          <a:prstGeom prst="roundRect">
            <a:avLst>
              <a:gd name="adj" fmla="val 12308"/>
            </a:avLst>
          </a:prstGeom>
          <a:solidFill>
            <a:srgbClr val="F7F5DE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1" name="Shape 5">
            <a:extLst>
              <a:ext uri="{FF2B5EF4-FFF2-40B4-BE49-F238E27FC236}">
                <a16:creationId xmlns:a16="http://schemas.microsoft.com/office/drawing/2014/main" id="{9A830E98-AED7-6141-359C-537C9A7A17CC}"/>
              </a:ext>
            </a:extLst>
          </p:cNvPr>
          <p:cNvSpPr/>
          <p:nvPr/>
        </p:nvSpPr>
        <p:spPr>
          <a:xfrm>
            <a:off x="3656554" y="1303439"/>
            <a:ext cx="1587236" cy="1657878"/>
          </a:xfrm>
          <a:prstGeom prst="roundRect">
            <a:avLst>
              <a:gd name="adj" fmla="val 12308"/>
            </a:avLst>
          </a:prstGeom>
          <a:solidFill>
            <a:srgbClr val="F7F5DE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4AD6E29A-20F2-2B9E-9669-10557630B426}"/>
              </a:ext>
            </a:extLst>
          </p:cNvPr>
          <p:cNvSpPr/>
          <p:nvPr/>
        </p:nvSpPr>
        <p:spPr>
          <a:xfrm>
            <a:off x="176608" y="1546306"/>
            <a:ext cx="1280190" cy="1094096"/>
          </a:xfrm>
          <a:prstGeom prst="roundRect">
            <a:avLst>
              <a:gd name="adj" fmla="val 12308"/>
            </a:avLst>
          </a:prstGeom>
          <a:solidFill>
            <a:schemeClr val="accent1">
              <a:lumMod val="20000"/>
              <a:lumOff val="80000"/>
              <a:alpha val="95898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5F7AAFB8-E939-BEE0-220F-A0037EF5BE51}"/>
              </a:ext>
            </a:extLst>
          </p:cNvPr>
          <p:cNvSpPr/>
          <p:nvPr/>
        </p:nvSpPr>
        <p:spPr>
          <a:xfrm>
            <a:off x="172908" y="1745776"/>
            <a:ext cx="1287589" cy="53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User-specified model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any model class accepted</a:t>
            </a:r>
            <a:endParaRPr lang="en-US" sz="1300" b="1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  <a:ea typeface="等线" panose="02010600030101010101" pitchFamily="2" charset="-122"/>
              </a:rPr>
              <a:t>community()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1EA3D467-317A-7C51-53A8-968F11D94410}"/>
              </a:ext>
            </a:extLst>
          </p:cNvPr>
          <p:cNvSpPr/>
          <p:nvPr/>
        </p:nvSpPr>
        <p:spPr>
          <a:xfrm>
            <a:off x="1717586" y="1290729"/>
            <a:ext cx="1649866" cy="1670589"/>
          </a:xfrm>
          <a:prstGeom prst="roundRect">
            <a:avLst>
              <a:gd name="adj" fmla="val 12308"/>
            </a:avLst>
          </a:prstGeom>
          <a:solidFill>
            <a:srgbClr val="F7F5DE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B52D46C-E5FB-8965-A81D-E8365A24DF7F}"/>
              </a:ext>
            </a:extLst>
          </p:cNvPr>
          <p:cNvSpPr/>
          <p:nvPr/>
        </p:nvSpPr>
        <p:spPr>
          <a:xfrm>
            <a:off x="3530232" y="1333845"/>
            <a:ext cx="1844903" cy="774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300" b="1" dirty="0"/>
              <a:t>2.</a:t>
            </a:r>
            <a:r>
              <a:rPr lang="zh-CN" altLang="en-US" sz="1300" b="1" dirty="0"/>
              <a:t> </a:t>
            </a:r>
            <a:r>
              <a:rPr lang="en-US" sz="1300" b="1" dirty="0"/>
              <a:t>Integrate dynamics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chemeClr val="bg1">
                    <a:lumMod val="50000"/>
                  </a:schemeClr>
                </a:solidFill>
                <a:latin typeface="Calibri" panose="020F0502020204030204"/>
                <a:ea typeface="等线" panose="02010600030101010101" pitchFamily="2" charset="-122"/>
              </a:rPr>
              <a:t>integrationParams</a:t>
            </a: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()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coD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yn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()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ctr"/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687B4514-97C2-7C4B-2AA6-457C8F86D915}"/>
              </a:ext>
            </a:extLst>
          </p:cNvPr>
          <p:cNvSpPr/>
          <p:nvPr/>
        </p:nvSpPr>
        <p:spPr>
          <a:xfrm>
            <a:off x="1727123" y="1272183"/>
            <a:ext cx="164736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300" b="1" dirty="0"/>
              <a:t>1</a:t>
            </a:r>
            <a:r>
              <a:rPr lang="en-US" sz="1300" b="1" dirty="0"/>
              <a:t>. Introduce mutant</a:t>
            </a:r>
          </a:p>
          <a:p>
            <a:pPr algn="ctr"/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m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utation</a:t>
            </a: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Generator()</a:t>
            </a:r>
            <a:endParaRPr lang="en-US" sz="1300" dirty="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21EE586A-5F37-9003-1F6F-3C7702C41E92}"/>
              </a:ext>
            </a:extLst>
          </p:cNvPr>
          <p:cNvSpPr/>
          <p:nvPr/>
        </p:nvSpPr>
        <p:spPr>
          <a:xfrm>
            <a:off x="5539126" y="1281090"/>
            <a:ext cx="2006624" cy="576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3. Prune extinct phenotypes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b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elow</a:t>
            </a:r>
            <a:r>
              <a:rPr lang="zh-CN" altLang="en-US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extThreshold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Text 20">
            <a:extLst>
              <a:ext uri="{FF2B5EF4-FFF2-40B4-BE49-F238E27FC236}">
                <a16:creationId xmlns:a16="http://schemas.microsoft.com/office/drawing/2014/main" id="{A0EF356A-C622-8F04-425B-B9DE79D476B1}"/>
              </a:ext>
            </a:extLst>
          </p:cNvPr>
          <p:cNvSpPr/>
          <p:nvPr/>
        </p:nvSpPr>
        <p:spPr>
          <a:xfrm>
            <a:off x="7856096" y="1694732"/>
            <a:ext cx="1111296" cy="635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300" b="1" dirty="0"/>
              <a:t>Evolutionary</a:t>
            </a:r>
            <a:r>
              <a:rPr lang="zh-CN" altLang="en-US" sz="1300" b="1" dirty="0"/>
              <a:t> </a:t>
            </a:r>
            <a:r>
              <a:rPr lang="en-US" altLang="zh-CN" sz="1300" b="1" dirty="0"/>
              <a:t>history</a:t>
            </a:r>
            <a:endParaRPr lang="en-US" sz="1300" b="1" dirty="0"/>
          </a:p>
          <a:p>
            <a:pPr marL="0" indent="0" algn="ctr">
              <a:buNone/>
            </a:pPr>
            <a:r>
              <a:rPr lang="en-US" altLang="zh-CN" sz="1100" dirty="0" err="1">
                <a:solidFill>
                  <a:schemeClr val="bg2">
                    <a:lumMod val="50000"/>
                  </a:schemeClr>
                </a:solidFill>
              </a:rPr>
              <a:t>EvoH</a:t>
            </a:r>
            <a:r>
              <a:rPr lang="en-US" sz="1100" dirty="0" err="1">
                <a:solidFill>
                  <a:schemeClr val="bg2">
                    <a:lumMod val="50000"/>
                  </a:schemeClr>
                </a:solidFill>
              </a:rPr>
              <a:t>ist</a:t>
            </a:r>
            <a:r>
              <a:rPr lang="en-US" altLang="zh-CN" sz="1100" dirty="0" err="1">
                <a:solidFill>
                  <a:schemeClr val="bg2">
                    <a:lumMod val="50000"/>
                  </a:schemeClr>
                </a:solidFill>
              </a:rPr>
              <a:t>ory</a:t>
            </a:r>
            <a:r>
              <a:rPr lang="en-US" altLang="zh-CN" sz="1100" dirty="0">
                <a:solidFill>
                  <a:schemeClr val="bg2">
                    <a:lumMod val="50000"/>
                  </a:schemeClr>
                </a:solidFill>
              </a:rPr>
              <a:t>()</a:t>
            </a:r>
          </a:p>
        </p:txBody>
      </p: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F3E98DAD-146A-B36C-B69C-157721D542DD}"/>
              </a:ext>
            </a:extLst>
          </p:cNvPr>
          <p:cNvCxnSpPr>
            <a:cxnSpLocks/>
            <a:stCxn id="6" idx="2"/>
            <a:endCxn id="152" idx="2"/>
          </p:cNvCxnSpPr>
          <p:nvPr/>
        </p:nvCxnSpPr>
        <p:spPr>
          <a:xfrm rot="5400000" flipH="1" flipV="1">
            <a:off x="4534587" y="969248"/>
            <a:ext cx="1" cy="3984139"/>
          </a:xfrm>
          <a:prstGeom prst="bentConnector3">
            <a:avLst>
              <a:gd name="adj1" fmla="val -22860000000"/>
            </a:avLst>
          </a:prstGeom>
          <a:ln w="12700">
            <a:solidFill>
              <a:schemeClr val="bg2">
                <a:lumMod val="50000"/>
              </a:schemeClr>
            </a:solidFill>
            <a:prstDash val="lg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 17">
            <a:extLst>
              <a:ext uri="{FF2B5EF4-FFF2-40B4-BE49-F238E27FC236}">
                <a16:creationId xmlns:a16="http://schemas.microsoft.com/office/drawing/2014/main" id="{82F06FA7-AF08-EE76-14F8-E66F12F25F49}"/>
              </a:ext>
            </a:extLst>
          </p:cNvPr>
          <p:cNvSpPr/>
          <p:nvPr/>
        </p:nvSpPr>
        <p:spPr>
          <a:xfrm>
            <a:off x="3989314" y="316074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900" i="1" dirty="0">
                <a:solidFill>
                  <a:srgbClr val="5F5E5A"/>
                </a:solidFill>
              </a:rPr>
              <a:t>inner</a:t>
            </a:r>
            <a:r>
              <a:rPr lang="zh-CN" altLang="en-US" sz="900" i="1" dirty="0">
                <a:solidFill>
                  <a:srgbClr val="5F5E5A"/>
                </a:solidFill>
              </a:rPr>
              <a:t> </a:t>
            </a:r>
            <a:r>
              <a:rPr lang="en-US" altLang="zh-CN" sz="900" i="1" dirty="0">
                <a:solidFill>
                  <a:srgbClr val="5F5E5A"/>
                </a:solidFill>
              </a:rPr>
              <a:t>loop</a:t>
            </a:r>
            <a:endParaRPr lang="en-US" sz="9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85B626ED-4062-B5DC-C1B4-601C04A18351}"/>
              </a:ext>
            </a:extLst>
          </p:cNvPr>
          <p:cNvSpPr txBox="1"/>
          <p:nvPr/>
        </p:nvSpPr>
        <p:spPr>
          <a:xfrm>
            <a:off x="5892509" y="972523"/>
            <a:ext cx="12682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i="1" dirty="0"/>
              <a:t>Evolutionary</a:t>
            </a:r>
            <a:r>
              <a:rPr lang="zh-CN" altLang="en-US" sz="1100" i="1" dirty="0"/>
              <a:t> </a:t>
            </a:r>
            <a:r>
              <a:rPr lang="en-US" altLang="zh-CN" sz="1100" i="1" dirty="0"/>
              <a:t>phase</a:t>
            </a:r>
            <a:endParaRPr lang="en-US" sz="1100" i="1" dirty="0"/>
          </a:p>
        </p:txBody>
      </p:sp>
      <p:sp>
        <p:nvSpPr>
          <p:cNvPr id="168" name="Text 1">
            <a:extLst>
              <a:ext uri="{FF2B5EF4-FFF2-40B4-BE49-F238E27FC236}">
                <a16:creationId xmlns:a16="http://schemas.microsoft.com/office/drawing/2014/main" id="{F7763978-BB87-A4D1-CDA2-ECFBE548E9D6}"/>
              </a:ext>
            </a:extLst>
          </p:cNvPr>
          <p:cNvSpPr/>
          <p:nvPr/>
        </p:nvSpPr>
        <p:spPr>
          <a:xfrm>
            <a:off x="312867" y="3247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</a:rPr>
              <a:t>outer loop — repeat for N mutation events</a:t>
            </a:r>
            <a:endParaRPr lang="en-US" sz="1000" dirty="0"/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69A97981-D218-B0B7-C3CE-1DC05C8CFAC0}"/>
              </a:ext>
            </a:extLst>
          </p:cNvPr>
          <p:cNvCxnSpPr>
            <a:cxnSpLocks/>
          </p:cNvCxnSpPr>
          <p:nvPr/>
        </p:nvCxnSpPr>
        <p:spPr>
          <a:xfrm>
            <a:off x="1510701" y="2101575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61044A43-FF70-2E4A-0CF4-EA947D938D15}"/>
              </a:ext>
            </a:extLst>
          </p:cNvPr>
          <p:cNvCxnSpPr>
            <a:cxnSpLocks/>
          </p:cNvCxnSpPr>
          <p:nvPr/>
        </p:nvCxnSpPr>
        <p:spPr>
          <a:xfrm>
            <a:off x="3433470" y="2097594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AECBAF46-6AD3-DD1F-79C2-8CF2E70E2075}"/>
              </a:ext>
            </a:extLst>
          </p:cNvPr>
          <p:cNvCxnSpPr>
            <a:cxnSpLocks/>
          </p:cNvCxnSpPr>
          <p:nvPr/>
        </p:nvCxnSpPr>
        <p:spPr>
          <a:xfrm>
            <a:off x="5313929" y="2093353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B86CE2F9-2AB4-43A9-8E49-99253E7E2E33}"/>
              </a:ext>
            </a:extLst>
          </p:cNvPr>
          <p:cNvCxnSpPr>
            <a:cxnSpLocks/>
          </p:cNvCxnSpPr>
          <p:nvPr/>
        </p:nvCxnSpPr>
        <p:spPr>
          <a:xfrm>
            <a:off x="7590381" y="2093353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2CA3BD14-92F5-214D-531A-AABCFC8EC5C9}"/>
              </a:ext>
            </a:extLst>
          </p:cNvPr>
          <p:cNvSpPr txBox="1"/>
          <p:nvPr/>
        </p:nvSpPr>
        <p:spPr>
          <a:xfrm>
            <a:off x="3870526" y="972523"/>
            <a:ext cx="11592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i="1" dirty="0"/>
              <a:t>Ecological</a:t>
            </a:r>
            <a:r>
              <a:rPr lang="zh-CN" altLang="en-US" sz="1100" i="1" dirty="0"/>
              <a:t> </a:t>
            </a:r>
            <a:r>
              <a:rPr lang="en-US" altLang="zh-CN" sz="1100" i="1" dirty="0"/>
              <a:t>phase</a:t>
            </a:r>
            <a:endParaRPr lang="en-US" sz="1100" i="1" dirty="0"/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B8EE503B-069E-B91B-4428-CC2C2F2D3637}"/>
              </a:ext>
            </a:extLst>
          </p:cNvPr>
          <p:cNvGrpSpPr/>
          <p:nvPr/>
        </p:nvGrpSpPr>
        <p:grpSpPr>
          <a:xfrm>
            <a:off x="1927809" y="1811001"/>
            <a:ext cx="1704805" cy="1008947"/>
            <a:chOff x="5512553" y="834494"/>
            <a:chExt cx="2219565" cy="1303222"/>
          </a:xfrm>
        </p:grpSpPr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62A9C2A6-67DB-7ED8-7680-B6377C744B9F}"/>
                </a:ext>
              </a:extLst>
            </p:cNvPr>
            <p:cNvGrpSpPr/>
            <p:nvPr/>
          </p:nvGrpSpPr>
          <p:grpSpPr>
            <a:xfrm>
              <a:off x="7019815" y="1167405"/>
              <a:ext cx="179024" cy="162648"/>
              <a:chOff x="7067843" y="717976"/>
              <a:chExt cx="201168" cy="206147"/>
            </a:xfrm>
          </p:grpSpPr>
          <p:sp>
            <p:nvSpPr>
              <p:cNvPr id="307" name="Shape 71">
                <a:extLst>
                  <a:ext uri="{FF2B5EF4-FFF2-40B4-BE49-F238E27FC236}">
                    <a16:creationId xmlns:a16="http://schemas.microsoft.com/office/drawing/2014/main" id="{387FE84B-903E-6D6E-B205-F97603FC9437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08" name="Shape 72">
                <a:extLst>
                  <a:ext uri="{FF2B5EF4-FFF2-40B4-BE49-F238E27FC236}">
                    <a16:creationId xmlns:a16="http://schemas.microsoft.com/office/drawing/2014/main" id="{327E533C-13C9-3FBF-1912-FB61A3C1A6DB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D7860AB9-B7EB-6054-B975-4CEA59FB3EFB}"/>
                </a:ext>
              </a:extLst>
            </p:cNvPr>
            <p:cNvSpPr txBox="1"/>
            <p:nvPr/>
          </p:nvSpPr>
          <p:spPr>
            <a:xfrm>
              <a:off x="6165675" y="834494"/>
              <a:ext cx="1566443" cy="337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/>
                <a:t>a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new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mutant</a:t>
              </a:r>
              <a:endParaRPr lang="en-US" sz="1100" dirty="0"/>
            </a:p>
          </p:txBody>
        </p:sp>
        <p:cxnSp>
          <p:nvCxnSpPr>
            <p:cNvPr id="203" name="Curved Connector 202">
              <a:extLst>
                <a:ext uri="{FF2B5EF4-FFF2-40B4-BE49-F238E27FC236}">
                  <a16:creationId xmlns:a16="http://schemas.microsoft.com/office/drawing/2014/main" id="{B60452B9-90E7-A99F-79CE-2ED5A9BE752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746350" y="1200191"/>
              <a:ext cx="162647" cy="242445"/>
            </a:xfrm>
            <a:prstGeom prst="curvedConnector2">
              <a:avLst/>
            </a:prstGeom>
            <a:ln w="9525">
              <a:solidFill>
                <a:schemeClr val="accent2">
                  <a:lumMod val="50000"/>
                  <a:alpha val="89000"/>
                </a:schemeClr>
              </a:solidFill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8F12C75-001F-D530-81F3-E08E8BAADC50}"/>
                </a:ext>
              </a:extLst>
            </p:cNvPr>
            <p:cNvGrpSpPr/>
            <p:nvPr/>
          </p:nvGrpSpPr>
          <p:grpSpPr>
            <a:xfrm>
              <a:off x="6209408" y="1482455"/>
              <a:ext cx="186961" cy="186850"/>
              <a:chOff x="1225296" y="1527048"/>
              <a:chExt cx="201168" cy="201168"/>
            </a:xfrm>
          </p:grpSpPr>
          <p:sp>
            <p:nvSpPr>
              <p:cNvPr id="305" name="Shape 15">
                <a:extLst>
                  <a:ext uri="{FF2B5EF4-FFF2-40B4-BE49-F238E27FC236}">
                    <a16:creationId xmlns:a16="http://schemas.microsoft.com/office/drawing/2014/main" id="{494483DD-A6E0-B0D7-83C7-E73305A135A2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Shape 16">
                <a:extLst>
                  <a:ext uri="{FF2B5EF4-FFF2-40B4-BE49-F238E27FC236}">
                    <a16:creationId xmlns:a16="http://schemas.microsoft.com/office/drawing/2014/main" id="{9AD4BB9F-B054-0E52-E39B-7A66E91DB9AC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DCBDB973-331F-631B-D95B-15CF04C2778B}"/>
                </a:ext>
              </a:extLst>
            </p:cNvPr>
            <p:cNvGrpSpPr/>
            <p:nvPr/>
          </p:nvGrpSpPr>
          <p:grpSpPr>
            <a:xfrm>
              <a:off x="6587600" y="1421812"/>
              <a:ext cx="169964" cy="169864"/>
              <a:chOff x="1874520" y="1444752"/>
              <a:chExt cx="182880" cy="182880"/>
            </a:xfrm>
          </p:grpSpPr>
          <p:sp>
            <p:nvSpPr>
              <p:cNvPr id="303" name="Shape 23">
                <a:extLst>
                  <a:ext uri="{FF2B5EF4-FFF2-40B4-BE49-F238E27FC236}">
                    <a16:creationId xmlns:a16="http://schemas.microsoft.com/office/drawing/2014/main" id="{67C26861-59A4-D392-2C40-87F7B27779F9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" name="Shape 24">
                <a:extLst>
                  <a:ext uri="{FF2B5EF4-FFF2-40B4-BE49-F238E27FC236}">
                    <a16:creationId xmlns:a16="http://schemas.microsoft.com/office/drawing/2014/main" id="{05E34E00-7C7C-8CE5-CE7E-912AB4EFF0A2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021E9233-4A73-C0F6-E0BB-4832FED0F83C}"/>
                </a:ext>
              </a:extLst>
            </p:cNvPr>
            <p:cNvGrpSpPr/>
            <p:nvPr/>
          </p:nvGrpSpPr>
          <p:grpSpPr>
            <a:xfrm>
              <a:off x="5754578" y="1914888"/>
              <a:ext cx="186961" cy="186850"/>
              <a:chOff x="1225296" y="1527048"/>
              <a:chExt cx="201168" cy="201168"/>
            </a:xfrm>
          </p:grpSpPr>
          <p:sp>
            <p:nvSpPr>
              <p:cNvPr id="301" name="Shape 15">
                <a:extLst>
                  <a:ext uri="{FF2B5EF4-FFF2-40B4-BE49-F238E27FC236}">
                    <a16:creationId xmlns:a16="http://schemas.microsoft.com/office/drawing/2014/main" id="{CC29EC99-96AA-936F-74BC-A62B6F976BC7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Shape 16">
                <a:extLst>
                  <a:ext uri="{FF2B5EF4-FFF2-40B4-BE49-F238E27FC236}">
                    <a16:creationId xmlns:a16="http://schemas.microsoft.com/office/drawing/2014/main" id="{DAA31141-761F-278D-B108-A09EB8DDA335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B504A690-7692-82FE-973D-A6C2907DEF6F}"/>
                </a:ext>
              </a:extLst>
            </p:cNvPr>
            <p:cNvGrpSpPr/>
            <p:nvPr/>
          </p:nvGrpSpPr>
          <p:grpSpPr>
            <a:xfrm>
              <a:off x="5512556" y="1636033"/>
              <a:ext cx="169964" cy="169864"/>
              <a:chOff x="1874520" y="1444752"/>
              <a:chExt cx="182880" cy="182880"/>
            </a:xfrm>
          </p:grpSpPr>
          <p:sp>
            <p:nvSpPr>
              <p:cNvPr id="299" name="Shape 23">
                <a:extLst>
                  <a:ext uri="{FF2B5EF4-FFF2-40B4-BE49-F238E27FC236}">
                    <a16:creationId xmlns:a16="http://schemas.microsoft.com/office/drawing/2014/main" id="{12A3922A-2D27-82ED-5592-67C6824DCBCC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Shape 24">
                <a:extLst>
                  <a:ext uri="{FF2B5EF4-FFF2-40B4-BE49-F238E27FC236}">
                    <a16:creationId xmlns:a16="http://schemas.microsoft.com/office/drawing/2014/main" id="{08C34786-C9D8-6581-C0D7-65F9C6857FEC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F8406CC2-2923-E682-37C1-54E2527C2B8E}"/>
                </a:ext>
              </a:extLst>
            </p:cNvPr>
            <p:cNvGrpSpPr/>
            <p:nvPr/>
          </p:nvGrpSpPr>
          <p:grpSpPr>
            <a:xfrm>
              <a:off x="6291301" y="1950866"/>
              <a:ext cx="186961" cy="186850"/>
              <a:chOff x="1225296" y="1527048"/>
              <a:chExt cx="201168" cy="201168"/>
            </a:xfrm>
          </p:grpSpPr>
          <p:sp>
            <p:nvSpPr>
              <p:cNvPr id="297" name="Shape 15">
                <a:extLst>
                  <a:ext uri="{FF2B5EF4-FFF2-40B4-BE49-F238E27FC236}">
                    <a16:creationId xmlns:a16="http://schemas.microsoft.com/office/drawing/2014/main" id="{6A798DE0-D7ED-7898-FF93-5C8C30DEEC86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" name="Shape 16">
                <a:extLst>
                  <a:ext uri="{FF2B5EF4-FFF2-40B4-BE49-F238E27FC236}">
                    <a16:creationId xmlns:a16="http://schemas.microsoft.com/office/drawing/2014/main" id="{5979C4EE-4BCB-C2B7-553F-43E88479BA65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0E1D7CC8-49DA-F3CF-59CB-95C23AE45A64}"/>
                </a:ext>
              </a:extLst>
            </p:cNvPr>
            <p:cNvGrpSpPr/>
            <p:nvPr/>
          </p:nvGrpSpPr>
          <p:grpSpPr>
            <a:xfrm>
              <a:off x="6706459" y="1857441"/>
              <a:ext cx="186961" cy="186850"/>
              <a:chOff x="1225296" y="1527048"/>
              <a:chExt cx="201168" cy="201168"/>
            </a:xfrm>
          </p:grpSpPr>
          <p:sp>
            <p:nvSpPr>
              <p:cNvPr id="295" name="Shape 15">
                <a:extLst>
                  <a:ext uri="{FF2B5EF4-FFF2-40B4-BE49-F238E27FC236}">
                    <a16:creationId xmlns:a16="http://schemas.microsoft.com/office/drawing/2014/main" id="{CBB54734-59D2-008D-CA75-0620F87AAE75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Shape 16">
                <a:extLst>
                  <a:ext uri="{FF2B5EF4-FFF2-40B4-BE49-F238E27FC236}">
                    <a16:creationId xmlns:a16="http://schemas.microsoft.com/office/drawing/2014/main" id="{C2560EDD-FCBE-FEF3-818B-2B12F2D6CA1E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F210A539-D62E-4B24-7EFC-08C323AF0B47}"/>
                </a:ext>
              </a:extLst>
            </p:cNvPr>
            <p:cNvGrpSpPr/>
            <p:nvPr/>
          </p:nvGrpSpPr>
          <p:grpSpPr>
            <a:xfrm>
              <a:off x="5512553" y="1078603"/>
              <a:ext cx="169964" cy="169864"/>
              <a:chOff x="1874520" y="1444752"/>
              <a:chExt cx="182880" cy="182880"/>
            </a:xfrm>
          </p:grpSpPr>
          <p:sp>
            <p:nvSpPr>
              <p:cNvPr id="293" name="Shape 23">
                <a:extLst>
                  <a:ext uri="{FF2B5EF4-FFF2-40B4-BE49-F238E27FC236}">
                    <a16:creationId xmlns:a16="http://schemas.microsoft.com/office/drawing/2014/main" id="{04D5E0AD-A40B-C43F-201E-810B6091FD12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Shape 24">
                <a:extLst>
                  <a:ext uri="{FF2B5EF4-FFF2-40B4-BE49-F238E27FC236}">
                    <a16:creationId xmlns:a16="http://schemas.microsoft.com/office/drawing/2014/main" id="{32C2D552-0005-5887-2A44-9F7AE2464F6C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0828AB4A-7C9E-BCB2-B28D-68F2EF74B49C}"/>
                </a:ext>
              </a:extLst>
            </p:cNvPr>
            <p:cNvGrpSpPr/>
            <p:nvPr/>
          </p:nvGrpSpPr>
          <p:grpSpPr>
            <a:xfrm>
              <a:off x="5971463" y="1658721"/>
              <a:ext cx="186961" cy="186850"/>
              <a:chOff x="1225296" y="1527048"/>
              <a:chExt cx="201168" cy="201168"/>
            </a:xfrm>
          </p:grpSpPr>
          <p:sp>
            <p:nvSpPr>
              <p:cNvPr id="291" name="Shape 15">
                <a:extLst>
                  <a:ext uri="{FF2B5EF4-FFF2-40B4-BE49-F238E27FC236}">
                    <a16:creationId xmlns:a16="http://schemas.microsoft.com/office/drawing/2014/main" id="{627D46A5-44ED-4263-5632-5AED3EEDC521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" name="Shape 16">
                <a:extLst>
                  <a:ext uri="{FF2B5EF4-FFF2-40B4-BE49-F238E27FC236}">
                    <a16:creationId xmlns:a16="http://schemas.microsoft.com/office/drawing/2014/main" id="{4F6AACA9-1277-3EE6-B00F-60529BB337D6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2400C2D6-FE42-599F-CA3B-E18EDA182423}"/>
                </a:ext>
              </a:extLst>
            </p:cNvPr>
            <p:cNvGrpSpPr/>
            <p:nvPr/>
          </p:nvGrpSpPr>
          <p:grpSpPr>
            <a:xfrm>
              <a:off x="5719754" y="1319895"/>
              <a:ext cx="186961" cy="186850"/>
              <a:chOff x="1225296" y="1527048"/>
              <a:chExt cx="201168" cy="201168"/>
            </a:xfrm>
          </p:grpSpPr>
          <p:sp>
            <p:nvSpPr>
              <p:cNvPr id="288" name="Shape 15">
                <a:extLst>
                  <a:ext uri="{FF2B5EF4-FFF2-40B4-BE49-F238E27FC236}">
                    <a16:creationId xmlns:a16="http://schemas.microsoft.com/office/drawing/2014/main" id="{88DC9FC0-A9E5-A2D1-3885-ED04991A50F9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Shape 16">
                <a:extLst>
                  <a:ext uri="{FF2B5EF4-FFF2-40B4-BE49-F238E27FC236}">
                    <a16:creationId xmlns:a16="http://schemas.microsoft.com/office/drawing/2014/main" id="{FC91C694-0450-6678-F2DF-BE1D0D2D10DF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FB94C07F-DE90-149F-6B65-3B51D18D9DFE}"/>
              </a:ext>
            </a:extLst>
          </p:cNvPr>
          <p:cNvGrpSpPr/>
          <p:nvPr/>
        </p:nvGrpSpPr>
        <p:grpSpPr>
          <a:xfrm>
            <a:off x="3915589" y="1996758"/>
            <a:ext cx="1126723" cy="834302"/>
            <a:chOff x="3182631" y="3884716"/>
            <a:chExt cx="1126723" cy="834302"/>
          </a:xfrm>
        </p:grpSpPr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7396030C-23B6-DFCA-8B56-876E901B35E2}"/>
                </a:ext>
              </a:extLst>
            </p:cNvPr>
            <p:cNvGrpSpPr/>
            <p:nvPr/>
          </p:nvGrpSpPr>
          <p:grpSpPr>
            <a:xfrm>
              <a:off x="3457381" y="4277854"/>
              <a:ext cx="150129" cy="139837"/>
              <a:chOff x="1225296" y="1527048"/>
              <a:chExt cx="201168" cy="201168"/>
            </a:xfrm>
          </p:grpSpPr>
          <p:sp>
            <p:nvSpPr>
              <p:cNvPr id="366" name="Shape 15">
                <a:extLst>
                  <a:ext uri="{FF2B5EF4-FFF2-40B4-BE49-F238E27FC236}">
                    <a16:creationId xmlns:a16="http://schemas.microsoft.com/office/drawing/2014/main" id="{3E0AE9FF-CAE9-4A3A-B1E5-285AA4A588BC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Shape 16">
                <a:extLst>
                  <a:ext uri="{FF2B5EF4-FFF2-40B4-BE49-F238E27FC236}">
                    <a16:creationId xmlns:a16="http://schemas.microsoft.com/office/drawing/2014/main" id="{BE58C649-77BD-6A90-5C42-9B1EEDAD75B9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7D380E2B-B79D-FE85-146B-C0B67BE6F670}"/>
                </a:ext>
              </a:extLst>
            </p:cNvPr>
            <p:cNvGrpSpPr/>
            <p:nvPr/>
          </p:nvGrpSpPr>
          <p:grpSpPr>
            <a:xfrm>
              <a:off x="3745635" y="4346488"/>
              <a:ext cx="136481" cy="127125"/>
              <a:chOff x="1874520" y="1444752"/>
              <a:chExt cx="182880" cy="182880"/>
            </a:xfrm>
          </p:grpSpPr>
          <p:sp>
            <p:nvSpPr>
              <p:cNvPr id="364" name="Shape 23">
                <a:extLst>
                  <a:ext uri="{FF2B5EF4-FFF2-40B4-BE49-F238E27FC236}">
                    <a16:creationId xmlns:a16="http://schemas.microsoft.com/office/drawing/2014/main" id="{08049E8D-C696-D91D-77C1-07D41DE3E377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" name="Shape 24">
                <a:extLst>
                  <a:ext uri="{FF2B5EF4-FFF2-40B4-BE49-F238E27FC236}">
                    <a16:creationId xmlns:a16="http://schemas.microsoft.com/office/drawing/2014/main" id="{73C521CD-8FF6-9603-18D7-AF8670B81C88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53FC29E6-08D3-95E7-5759-5C84C77460A7}"/>
                </a:ext>
              </a:extLst>
            </p:cNvPr>
            <p:cNvGrpSpPr/>
            <p:nvPr/>
          </p:nvGrpSpPr>
          <p:grpSpPr>
            <a:xfrm>
              <a:off x="3849631" y="4579181"/>
              <a:ext cx="150129" cy="139837"/>
              <a:chOff x="1225296" y="1527048"/>
              <a:chExt cx="201168" cy="201168"/>
            </a:xfrm>
          </p:grpSpPr>
          <p:sp>
            <p:nvSpPr>
              <p:cNvPr id="356" name="Shape 15">
                <a:extLst>
                  <a:ext uri="{FF2B5EF4-FFF2-40B4-BE49-F238E27FC236}">
                    <a16:creationId xmlns:a16="http://schemas.microsoft.com/office/drawing/2014/main" id="{B6276E93-A873-9E95-0A1B-104AA5FFD25D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7" name="Shape 16">
                <a:extLst>
                  <a:ext uri="{FF2B5EF4-FFF2-40B4-BE49-F238E27FC236}">
                    <a16:creationId xmlns:a16="http://schemas.microsoft.com/office/drawing/2014/main" id="{8A4B2F27-2E2F-1825-A37F-425F1EEA9BD4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59374A87-449A-D527-70FA-25C4ACDBBDB5}"/>
                </a:ext>
              </a:extLst>
            </p:cNvPr>
            <p:cNvGrpSpPr/>
            <p:nvPr/>
          </p:nvGrpSpPr>
          <p:grpSpPr>
            <a:xfrm>
              <a:off x="3225924" y="4476784"/>
              <a:ext cx="150129" cy="139837"/>
              <a:chOff x="1225296" y="1527048"/>
              <a:chExt cx="201168" cy="201168"/>
            </a:xfrm>
          </p:grpSpPr>
          <p:sp>
            <p:nvSpPr>
              <p:cNvPr id="354" name="Shape 15">
                <a:extLst>
                  <a:ext uri="{FF2B5EF4-FFF2-40B4-BE49-F238E27FC236}">
                    <a16:creationId xmlns:a16="http://schemas.microsoft.com/office/drawing/2014/main" id="{4FECE1AD-7531-DB0F-1FBE-88D19C27116F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Shape 16">
                <a:extLst>
                  <a:ext uri="{FF2B5EF4-FFF2-40B4-BE49-F238E27FC236}">
                    <a16:creationId xmlns:a16="http://schemas.microsoft.com/office/drawing/2014/main" id="{C6729E92-BDAF-5DA3-F975-A30C217D88E4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81B4302E-02D3-6043-206F-CF7BCDC86F04}"/>
                </a:ext>
              </a:extLst>
            </p:cNvPr>
            <p:cNvGrpSpPr/>
            <p:nvPr/>
          </p:nvGrpSpPr>
          <p:grpSpPr>
            <a:xfrm>
              <a:off x="4009096" y="4312572"/>
              <a:ext cx="150129" cy="143298"/>
              <a:chOff x="7067843" y="717976"/>
              <a:chExt cx="201168" cy="206147"/>
            </a:xfrm>
          </p:grpSpPr>
          <p:sp>
            <p:nvSpPr>
              <p:cNvPr id="350" name="Shape 71">
                <a:extLst>
                  <a:ext uri="{FF2B5EF4-FFF2-40B4-BE49-F238E27FC236}">
                    <a16:creationId xmlns:a16="http://schemas.microsoft.com/office/drawing/2014/main" id="{0E7983BD-985A-23AF-DA9B-DF50057A6944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51" name="Shape 72">
                <a:extLst>
                  <a:ext uri="{FF2B5EF4-FFF2-40B4-BE49-F238E27FC236}">
                    <a16:creationId xmlns:a16="http://schemas.microsoft.com/office/drawing/2014/main" id="{9D78676B-3E56-A5CE-5A4A-B155D17509A8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61657E31-538F-3C6D-B71F-A4D54D5C5ECF}"/>
                </a:ext>
              </a:extLst>
            </p:cNvPr>
            <p:cNvGrpSpPr/>
            <p:nvPr/>
          </p:nvGrpSpPr>
          <p:grpSpPr>
            <a:xfrm>
              <a:off x="3590528" y="4102904"/>
              <a:ext cx="150129" cy="143298"/>
              <a:chOff x="7067843" y="717976"/>
              <a:chExt cx="201168" cy="206147"/>
            </a:xfrm>
          </p:grpSpPr>
          <p:sp>
            <p:nvSpPr>
              <p:cNvPr id="348" name="Shape 71">
                <a:extLst>
                  <a:ext uri="{FF2B5EF4-FFF2-40B4-BE49-F238E27FC236}">
                    <a16:creationId xmlns:a16="http://schemas.microsoft.com/office/drawing/2014/main" id="{6B48D555-7DDC-6435-7260-3DFC59B83167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9" name="Shape 72">
                <a:extLst>
                  <a:ext uri="{FF2B5EF4-FFF2-40B4-BE49-F238E27FC236}">
                    <a16:creationId xmlns:a16="http://schemas.microsoft.com/office/drawing/2014/main" id="{670FEA1D-5C29-145F-F80D-2F798B6938B5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09C4CF42-FC99-7F76-749C-A5EBB2F658FD}"/>
                </a:ext>
              </a:extLst>
            </p:cNvPr>
            <p:cNvGrpSpPr/>
            <p:nvPr/>
          </p:nvGrpSpPr>
          <p:grpSpPr>
            <a:xfrm>
              <a:off x="3874433" y="4039942"/>
              <a:ext cx="150129" cy="143298"/>
              <a:chOff x="7067843" y="717976"/>
              <a:chExt cx="201168" cy="206147"/>
            </a:xfrm>
          </p:grpSpPr>
          <p:sp>
            <p:nvSpPr>
              <p:cNvPr id="346" name="Shape 71">
                <a:extLst>
                  <a:ext uri="{FF2B5EF4-FFF2-40B4-BE49-F238E27FC236}">
                    <a16:creationId xmlns:a16="http://schemas.microsoft.com/office/drawing/2014/main" id="{69FCE4DA-4D22-7357-59EE-E94A5F3AE6F5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7" name="Shape 72">
                <a:extLst>
                  <a:ext uri="{FF2B5EF4-FFF2-40B4-BE49-F238E27FC236}">
                    <a16:creationId xmlns:a16="http://schemas.microsoft.com/office/drawing/2014/main" id="{6CDA17C3-56FC-E25A-8347-FC3158B4210A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9AF9B0B9-9566-3182-2B10-557DB83C53EE}"/>
                </a:ext>
              </a:extLst>
            </p:cNvPr>
            <p:cNvGrpSpPr/>
            <p:nvPr/>
          </p:nvGrpSpPr>
          <p:grpSpPr>
            <a:xfrm>
              <a:off x="3537729" y="3884716"/>
              <a:ext cx="150129" cy="143298"/>
              <a:chOff x="7067843" y="717976"/>
              <a:chExt cx="201168" cy="206147"/>
            </a:xfrm>
          </p:grpSpPr>
          <p:sp>
            <p:nvSpPr>
              <p:cNvPr id="344" name="Shape 71">
                <a:extLst>
                  <a:ext uri="{FF2B5EF4-FFF2-40B4-BE49-F238E27FC236}">
                    <a16:creationId xmlns:a16="http://schemas.microsoft.com/office/drawing/2014/main" id="{8622AEA0-EB8B-CE3A-594A-F2466F634CF3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5" name="Shape 72">
                <a:extLst>
                  <a:ext uri="{FF2B5EF4-FFF2-40B4-BE49-F238E27FC236}">
                    <a16:creationId xmlns:a16="http://schemas.microsoft.com/office/drawing/2014/main" id="{801A18E2-F9AD-E352-6284-BB7EFC10B302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14EEEE6B-7A3F-581F-6869-83A98EEA9AEF}"/>
                </a:ext>
              </a:extLst>
            </p:cNvPr>
            <p:cNvGrpSpPr/>
            <p:nvPr/>
          </p:nvGrpSpPr>
          <p:grpSpPr>
            <a:xfrm>
              <a:off x="3182631" y="4120907"/>
              <a:ext cx="136481" cy="127125"/>
              <a:chOff x="1874520" y="1444752"/>
              <a:chExt cx="182880" cy="182880"/>
            </a:xfrm>
          </p:grpSpPr>
          <p:sp>
            <p:nvSpPr>
              <p:cNvPr id="342" name="Shape 23">
                <a:extLst>
                  <a:ext uri="{FF2B5EF4-FFF2-40B4-BE49-F238E27FC236}">
                    <a16:creationId xmlns:a16="http://schemas.microsoft.com/office/drawing/2014/main" id="{43A85FC3-1F05-AA7C-7522-B42E44C24176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Shape 24">
                <a:extLst>
                  <a:ext uri="{FF2B5EF4-FFF2-40B4-BE49-F238E27FC236}">
                    <a16:creationId xmlns:a16="http://schemas.microsoft.com/office/drawing/2014/main" id="{365F6352-F9B9-0194-99F3-09E05C675C24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8" name="Group 327">
              <a:extLst>
                <a:ext uri="{FF2B5EF4-FFF2-40B4-BE49-F238E27FC236}">
                  <a16:creationId xmlns:a16="http://schemas.microsoft.com/office/drawing/2014/main" id="{A644B09C-067E-252B-2896-4C4F98F57B82}"/>
                </a:ext>
              </a:extLst>
            </p:cNvPr>
            <p:cNvGrpSpPr/>
            <p:nvPr/>
          </p:nvGrpSpPr>
          <p:grpSpPr>
            <a:xfrm>
              <a:off x="3590528" y="4551214"/>
              <a:ext cx="150129" cy="139837"/>
              <a:chOff x="1225296" y="1527048"/>
              <a:chExt cx="201168" cy="201168"/>
            </a:xfrm>
          </p:grpSpPr>
          <p:sp>
            <p:nvSpPr>
              <p:cNvPr id="332" name="Shape 15">
                <a:extLst>
                  <a:ext uri="{FF2B5EF4-FFF2-40B4-BE49-F238E27FC236}">
                    <a16:creationId xmlns:a16="http://schemas.microsoft.com/office/drawing/2014/main" id="{478077BA-1944-A8AD-2173-8433276B59F1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3" name="Shape 16">
                <a:extLst>
                  <a:ext uri="{FF2B5EF4-FFF2-40B4-BE49-F238E27FC236}">
                    <a16:creationId xmlns:a16="http://schemas.microsoft.com/office/drawing/2014/main" id="{88DD3038-A454-5CDF-75A1-2E4E0BBD2543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5814F641-2038-0977-C6C7-A4C7C0031274}"/>
                </a:ext>
              </a:extLst>
            </p:cNvPr>
            <p:cNvGrpSpPr/>
            <p:nvPr/>
          </p:nvGrpSpPr>
          <p:grpSpPr>
            <a:xfrm>
              <a:off x="4152655" y="4496903"/>
              <a:ext cx="150129" cy="143298"/>
              <a:chOff x="7067843" y="717976"/>
              <a:chExt cx="201168" cy="206147"/>
            </a:xfrm>
          </p:grpSpPr>
          <p:sp>
            <p:nvSpPr>
              <p:cNvPr id="330" name="Shape 71">
                <a:extLst>
                  <a:ext uri="{FF2B5EF4-FFF2-40B4-BE49-F238E27FC236}">
                    <a16:creationId xmlns:a16="http://schemas.microsoft.com/office/drawing/2014/main" id="{A2C9D772-16FD-5EBF-B5CE-F6A192EEE25A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31" name="Shape 72">
                <a:extLst>
                  <a:ext uri="{FF2B5EF4-FFF2-40B4-BE49-F238E27FC236}">
                    <a16:creationId xmlns:a16="http://schemas.microsoft.com/office/drawing/2014/main" id="{92F3A8E2-A9F9-E994-D665-90A42190D5A9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07AF0314-8E48-E3FC-114B-AE49A78C3AA0}"/>
                </a:ext>
              </a:extLst>
            </p:cNvPr>
            <p:cNvGrpSpPr/>
            <p:nvPr/>
          </p:nvGrpSpPr>
          <p:grpSpPr>
            <a:xfrm>
              <a:off x="4159225" y="4055737"/>
              <a:ext cx="150129" cy="143298"/>
              <a:chOff x="7067843" y="717976"/>
              <a:chExt cx="201168" cy="206147"/>
            </a:xfrm>
          </p:grpSpPr>
          <p:sp>
            <p:nvSpPr>
              <p:cNvPr id="133" name="Shape 71">
                <a:extLst>
                  <a:ext uri="{FF2B5EF4-FFF2-40B4-BE49-F238E27FC236}">
                    <a16:creationId xmlns:a16="http://schemas.microsoft.com/office/drawing/2014/main" id="{268DABF4-0343-0AD2-1364-C50AFF91220E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4" name="Shape 72">
                <a:extLst>
                  <a:ext uri="{FF2B5EF4-FFF2-40B4-BE49-F238E27FC236}">
                    <a16:creationId xmlns:a16="http://schemas.microsoft.com/office/drawing/2014/main" id="{FE526D3D-5E5A-1E5E-C271-6AFE66117C8E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25795C3B-4F48-5475-0497-2F0D1369214F}"/>
              </a:ext>
            </a:extLst>
          </p:cNvPr>
          <p:cNvGrpSpPr/>
          <p:nvPr/>
        </p:nvGrpSpPr>
        <p:grpSpPr>
          <a:xfrm>
            <a:off x="5969266" y="1938895"/>
            <a:ext cx="1146344" cy="834302"/>
            <a:chOff x="5705688" y="3918032"/>
            <a:chExt cx="1146344" cy="834302"/>
          </a:xfrm>
        </p:grpSpPr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8FD4E9FD-2416-F39C-3517-1AF72C549819}"/>
                </a:ext>
              </a:extLst>
            </p:cNvPr>
            <p:cNvGrpSpPr/>
            <p:nvPr/>
          </p:nvGrpSpPr>
          <p:grpSpPr>
            <a:xfrm>
              <a:off x="6000059" y="4311170"/>
              <a:ext cx="150129" cy="139837"/>
              <a:chOff x="1225296" y="1527048"/>
              <a:chExt cx="201168" cy="201168"/>
            </a:xfrm>
          </p:grpSpPr>
          <p:sp>
            <p:nvSpPr>
              <p:cNvPr id="219" name="Shape 15">
                <a:extLst>
                  <a:ext uri="{FF2B5EF4-FFF2-40B4-BE49-F238E27FC236}">
                    <a16:creationId xmlns:a16="http://schemas.microsoft.com/office/drawing/2014/main" id="{16F61821-06D6-A699-8C2B-F1148687A431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Shape 16">
                <a:extLst>
                  <a:ext uri="{FF2B5EF4-FFF2-40B4-BE49-F238E27FC236}">
                    <a16:creationId xmlns:a16="http://schemas.microsoft.com/office/drawing/2014/main" id="{608476BB-CFC3-DE8A-5314-E5C6AF472B75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E315A300-6E30-2A39-F06F-B20346CDE970}"/>
                </a:ext>
              </a:extLst>
            </p:cNvPr>
            <p:cNvGrpSpPr/>
            <p:nvPr/>
          </p:nvGrpSpPr>
          <p:grpSpPr>
            <a:xfrm>
              <a:off x="6288313" y="4379804"/>
              <a:ext cx="136481" cy="127125"/>
              <a:chOff x="1874520" y="1444752"/>
              <a:chExt cx="182880" cy="182880"/>
            </a:xfrm>
          </p:grpSpPr>
          <p:sp>
            <p:nvSpPr>
              <p:cNvPr id="217" name="Shape 23">
                <a:extLst>
                  <a:ext uri="{FF2B5EF4-FFF2-40B4-BE49-F238E27FC236}">
                    <a16:creationId xmlns:a16="http://schemas.microsoft.com/office/drawing/2014/main" id="{8F9C8C3A-EF1E-D914-7F70-A1D20B834DC9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Shape 24">
                <a:extLst>
                  <a:ext uri="{FF2B5EF4-FFF2-40B4-BE49-F238E27FC236}">
                    <a16:creationId xmlns:a16="http://schemas.microsoft.com/office/drawing/2014/main" id="{49123814-389D-4568-73CC-C79C2D00C8CB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BCEBBF45-73C1-96F4-2C6E-E54309B99CE5}"/>
                </a:ext>
              </a:extLst>
            </p:cNvPr>
            <p:cNvGrpSpPr/>
            <p:nvPr/>
          </p:nvGrpSpPr>
          <p:grpSpPr>
            <a:xfrm>
              <a:off x="6392309" y="4612497"/>
              <a:ext cx="150129" cy="139837"/>
              <a:chOff x="1225296" y="1527048"/>
              <a:chExt cx="201168" cy="201168"/>
            </a:xfrm>
          </p:grpSpPr>
          <p:sp>
            <p:nvSpPr>
              <p:cNvPr id="215" name="Shape 15">
                <a:extLst>
                  <a:ext uri="{FF2B5EF4-FFF2-40B4-BE49-F238E27FC236}">
                    <a16:creationId xmlns:a16="http://schemas.microsoft.com/office/drawing/2014/main" id="{B710E033-0236-5C5B-ED24-7049556EDBC9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Shape 16">
                <a:extLst>
                  <a:ext uri="{FF2B5EF4-FFF2-40B4-BE49-F238E27FC236}">
                    <a16:creationId xmlns:a16="http://schemas.microsoft.com/office/drawing/2014/main" id="{F5053BD2-37F3-9A80-A97C-690FAB6212D9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6BC19167-EFC1-3A8B-174A-13B45C1D8C7E}"/>
                </a:ext>
              </a:extLst>
            </p:cNvPr>
            <p:cNvGrpSpPr/>
            <p:nvPr/>
          </p:nvGrpSpPr>
          <p:grpSpPr>
            <a:xfrm>
              <a:off x="5768602" y="4510100"/>
              <a:ext cx="150129" cy="139837"/>
              <a:chOff x="1225296" y="1527048"/>
              <a:chExt cx="201168" cy="201168"/>
            </a:xfrm>
          </p:grpSpPr>
          <p:sp>
            <p:nvSpPr>
              <p:cNvPr id="213" name="Shape 15">
                <a:extLst>
                  <a:ext uri="{FF2B5EF4-FFF2-40B4-BE49-F238E27FC236}">
                    <a16:creationId xmlns:a16="http://schemas.microsoft.com/office/drawing/2014/main" id="{B2A37847-4D45-0F79-5BB2-1144146E1FF1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Shape 16">
                <a:extLst>
                  <a:ext uri="{FF2B5EF4-FFF2-40B4-BE49-F238E27FC236}">
                    <a16:creationId xmlns:a16="http://schemas.microsoft.com/office/drawing/2014/main" id="{611E8DE0-BB14-0BB9-B7D6-A5AE6CB6C75E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DE12591D-382D-684F-0BF4-D895947107F7}"/>
                </a:ext>
              </a:extLst>
            </p:cNvPr>
            <p:cNvGrpSpPr/>
            <p:nvPr/>
          </p:nvGrpSpPr>
          <p:grpSpPr>
            <a:xfrm>
              <a:off x="6551774" y="4345888"/>
              <a:ext cx="150129" cy="143298"/>
              <a:chOff x="7067843" y="717976"/>
              <a:chExt cx="201168" cy="206147"/>
            </a:xfrm>
          </p:grpSpPr>
          <p:sp>
            <p:nvSpPr>
              <p:cNvPr id="211" name="Shape 71">
                <a:extLst>
                  <a:ext uri="{FF2B5EF4-FFF2-40B4-BE49-F238E27FC236}">
                    <a16:creationId xmlns:a16="http://schemas.microsoft.com/office/drawing/2014/main" id="{A4274B70-C222-D0D0-70A2-4ABBB4749409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2" name="Shape 72">
                <a:extLst>
                  <a:ext uri="{FF2B5EF4-FFF2-40B4-BE49-F238E27FC236}">
                    <a16:creationId xmlns:a16="http://schemas.microsoft.com/office/drawing/2014/main" id="{9F7FADC4-53C4-22FA-AF6F-6CFC3F426CFC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27C22A65-7764-DA81-194A-B87CF037E2E2}"/>
                </a:ext>
              </a:extLst>
            </p:cNvPr>
            <p:cNvGrpSpPr/>
            <p:nvPr/>
          </p:nvGrpSpPr>
          <p:grpSpPr>
            <a:xfrm>
              <a:off x="6133206" y="4136220"/>
              <a:ext cx="150129" cy="143298"/>
              <a:chOff x="7067843" y="717976"/>
              <a:chExt cx="201168" cy="206147"/>
            </a:xfrm>
          </p:grpSpPr>
          <p:sp>
            <p:nvSpPr>
              <p:cNvPr id="179" name="Shape 71">
                <a:extLst>
                  <a:ext uri="{FF2B5EF4-FFF2-40B4-BE49-F238E27FC236}">
                    <a16:creationId xmlns:a16="http://schemas.microsoft.com/office/drawing/2014/main" id="{D27B67D4-9671-1C8F-F46D-EAADBFBB99A9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99" name="Shape 72">
                <a:extLst>
                  <a:ext uri="{FF2B5EF4-FFF2-40B4-BE49-F238E27FC236}">
                    <a16:creationId xmlns:a16="http://schemas.microsoft.com/office/drawing/2014/main" id="{3615FD51-332A-099B-F380-27F8AE3FB046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990CB2C2-79D9-6D5F-BF9F-F01508C54722}"/>
                </a:ext>
              </a:extLst>
            </p:cNvPr>
            <p:cNvGrpSpPr/>
            <p:nvPr/>
          </p:nvGrpSpPr>
          <p:grpSpPr>
            <a:xfrm>
              <a:off x="6417111" y="4073258"/>
              <a:ext cx="150129" cy="143298"/>
              <a:chOff x="7067843" y="717976"/>
              <a:chExt cx="201168" cy="206147"/>
            </a:xfrm>
          </p:grpSpPr>
          <p:sp>
            <p:nvSpPr>
              <p:cNvPr id="177" name="Shape 71">
                <a:extLst>
                  <a:ext uri="{FF2B5EF4-FFF2-40B4-BE49-F238E27FC236}">
                    <a16:creationId xmlns:a16="http://schemas.microsoft.com/office/drawing/2014/main" id="{C5BC7DEF-EBB4-1D2F-2C1F-1275A2B81BD6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8" name="Shape 72">
                <a:extLst>
                  <a:ext uri="{FF2B5EF4-FFF2-40B4-BE49-F238E27FC236}">
                    <a16:creationId xmlns:a16="http://schemas.microsoft.com/office/drawing/2014/main" id="{47EE8F07-6CBF-EED3-CB54-FCA411507BAD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40AE62D7-71DE-29F0-53F9-7E79F44D814D}"/>
                </a:ext>
              </a:extLst>
            </p:cNvPr>
            <p:cNvGrpSpPr/>
            <p:nvPr/>
          </p:nvGrpSpPr>
          <p:grpSpPr>
            <a:xfrm>
              <a:off x="6080407" y="3918032"/>
              <a:ext cx="150129" cy="143298"/>
              <a:chOff x="7067843" y="717976"/>
              <a:chExt cx="201168" cy="206147"/>
            </a:xfrm>
          </p:grpSpPr>
          <p:sp>
            <p:nvSpPr>
              <p:cNvPr id="175" name="Shape 71">
                <a:extLst>
                  <a:ext uri="{FF2B5EF4-FFF2-40B4-BE49-F238E27FC236}">
                    <a16:creationId xmlns:a16="http://schemas.microsoft.com/office/drawing/2014/main" id="{4E8C9AF1-B338-CA4A-26E4-49C21D38F512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6" name="Shape 72">
                <a:extLst>
                  <a:ext uri="{FF2B5EF4-FFF2-40B4-BE49-F238E27FC236}">
                    <a16:creationId xmlns:a16="http://schemas.microsoft.com/office/drawing/2014/main" id="{E1DC3165-84E0-7D37-EC1A-673B19E7D97C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FAA2F7F1-4CA6-B2D5-5EF4-9A49889A74A4}"/>
                </a:ext>
              </a:extLst>
            </p:cNvPr>
            <p:cNvGrpSpPr/>
            <p:nvPr/>
          </p:nvGrpSpPr>
          <p:grpSpPr>
            <a:xfrm>
              <a:off x="5725309" y="4154223"/>
              <a:ext cx="136481" cy="127125"/>
              <a:chOff x="1874520" y="1444752"/>
              <a:chExt cx="182880" cy="182880"/>
            </a:xfrm>
          </p:grpSpPr>
          <p:sp>
            <p:nvSpPr>
              <p:cNvPr id="165" name="Shape 23">
                <a:extLst>
                  <a:ext uri="{FF2B5EF4-FFF2-40B4-BE49-F238E27FC236}">
                    <a16:creationId xmlns:a16="http://schemas.microsoft.com/office/drawing/2014/main" id="{BA47FF73-8932-89B5-7BF9-B87B74C6910D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0997B"/>
              </a:solidFill>
              <a:ln w="9525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Shape 24">
                <a:extLst>
                  <a:ext uri="{FF2B5EF4-FFF2-40B4-BE49-F238E27FC236}">
                    <a16:creationId xmlns:a16="http://schemas.microsoft.com/office/drawing/2014/main" id="{677BC96D-5DB1-5391-FF08-092670C4AAB5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993C1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165CA53D-DDB2-2577-D3C8-1A9ADCF31573}"/>
                </a:ext>
              </a:extLst>
            </p:cNvPr>
            <p:cNvGrpSpPr/>
            <p:nvPr/>
          </p:nvGrpSpPr>
          <p:grpSpPr>
            <a:xfrm>
              <a:off x="5705688" y="4144907"/>
              <a:ext cx="162307" cy="148115"/>
              <a:chOff x="2752253" y="2670772"/>
              <a:chExt cx="218792" cy="256515"/>
            </a:xfrm>
          </p:grpSpPr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2745E72D-A306-B1F0-DA76-A44CE5F64C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C4209C98-3EDB-E653-1604-A36082785F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EC0EF123-21F7-E4F6-4037-1932D9D5F4A3}"/>
                </a:ext>
              </a:extLst>
            </p:cNvPr>
            <p:cNvGrpSpPr/>
            <p:nvPr/>
          </p:nvGrpSpPr>
          <p:grpSpPr>
            <a:xfrm>
              <a:off x="6262411" y="4363954"/>
              <a:ext cx="162307" cy="148115"/>
              <a:chOff x="2752253" y="2670772"/>
              <a:chExt cx="218792" cy="256515"/>
            </a:xfrm>
          </p:grpSpPr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723F49FE-6474-8C9C-5790-3BEAAA6C6A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AAB3A68C-6433-FCCC-35AB-398F81E2DA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33F748A6-D699-27F4-BD58-A71000F445AF}"/>
                </a:ext>
              </a:extLst>
            </p:cNvPr>
            <p:cNvGrpSpPr/>
            <p:nvPr/>
          </p:nvGrpSpPr>
          <p:grpSpPr>
            <a:xfrm>
              <a:off x="6133206" y="4584530"/>
              <a:ext cx="150129" cy="139837"/>
              <a:chOff x="1225296" y="1527048"/>
              <a:chExt cx="201168" cy="201168"/>
            </a:xfrm>
          </p:grpSpPr>
          <p:sp>
            <p:nvSpPr>
              <p:cNvPr id="158" name="Shape 15">
                <a:extLst>
                  <a:ext uri="{FF2B5EF4-FFF2-40B4-BE49-F238E27FC236}">
                    <a16:creationId xmlns:a16="http://schemas.microsoft.com/office/drawing/2014/main" id="{828C4811-F903-0796-8D63-D87896DDE63F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B5D4F4"/>
              </a:solidFill>
              <a:ln w="9525">
                <a:solidFill>
                  <a:srgbClr val="185FA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Shape 16">
                <a:extLst>
                  <a:ext uri="{FF2B5EF4-FFF2-40B4-BE49-F238E27FC236}">
                    <a16:creationId xmlns:a16="http://schemas.microsoft.com/office/drawing/2014/main" id="{2F74943F-3906-2ECE-DE7F-A8A9F6068CA1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185FA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DB6B7C52-56EA-D7E8-698B-46DA944BDC5C}"/>
                </a:ext>
              </a:extLst>
            </p:cNvPr>
            <p:cNvGrpSpPr/>
            <p:nvPr/>
          </p:nvGrpSpPr>
          <p:grpSpPr>
            <a:xfrm>
              <a:off x="6695333" y="4530219"/>
              <a:ext cx="150129" cy="143298"/>
              <a:chOff x="7067843" y="717976"/>
              <a:chExt cx="201168" cy="206147"/>
            </a:xfrm>
          </p:grpSpPr>
          <p:sp>
            <p:nvSpPr>
              <p:cNvPr id="156" name="Shape 71">
                <a:extLst>
                  <a:ext uri="{FF2B5EF4-FFF2-40B4-BE49-F238E27FC236}">
                    <a16:creationId xmlns:a16="http://schemas.microsoft.com/office/drawing/2014/main" id="{0BF41B04-54E7-6A13-81DE-89B066D2EBA0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7" name="Shape 72">
                <a:extLst>
                  <a:ext uri="{FF2B5EF4-FFF2-40B4-BE49-F238E27FC236}">
                    <a16:creationId xmlns:a16="http://schemas.microsoft.com/office/drawing/2014/main" id="{A7758562-F604-C05F-B05A-831214674769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1D1E2A56-12D5-8FB7-A567-6F0F5E90D7ED}"/>
                </a:ext>
              </a:extLst>
            </p:cNvPr>
            <p:cNvGrpSpPr/>
            <p:nvPr/>
          </p:nvGrpSpPr>
          <p:grpSpPr>
            <a:xfrm>
              <a:off x="6701903" y="4089053"/>
              <a:ext cx="150129" cy="143298"/>
              <a:chOff x="7067843" y="717976"/>
              <a:chExt cx="201168" cy="206147"/>
            </a:xfrm>
          </p:grpSpPr>
          <p:sp>
            <p:nvSpPr>
              <p:cNvPr id="154" name="Shape 71">
                <a:extLst>
                  <a:ext uri="{FF2B5EF4-FFF2-40B4-BE49-F238E27FC236}">
                    <a16:creationId xmlns:a16="http://schemas.microsoft.com/office/drawing/2014/main" id="{78AF0F0A-9C18-FBEE-1B6E-0EB197577CBA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BEAF0"/>
              </a:solidFill>
              <a:ln w="22225">
                <a:solidFill>
                  <a:srgbClr val="993556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5" name="Shape 72">
                <a:extLst>
                  <a:ext uri="{FF2B5EF4-FFF2-40B4-BE49-F238E27FC236}">
                    <a16:creationId xmlns:a16="http://schemas.microsoft.com/office/drawing/2014/main" id="{F6366FD1-4E25-0B82-FB8F-4625FBF1712A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993556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8326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F7E48-508B-EF66-4B66-FB0F8D4FC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>
            <a:extLst>
              <a:ext uri="{FF2B5EF4-FFF2-40B4-BE49-F238E27FC236}">
                <a16:creationId xmlns:a16="http://schemas.microsoft.com/office/drawing/2014/main" id="{0E987EA4-F647-AA33-5EF1-CBFA300C5D57}"/>
              </a:ext>
            </a:extLst>
          </p:cNvPr>
          <p:cNvSpPr/>
          <p:nvPr/>
        </p:nvSpPr>
        <p:spPr>
          <a:xfrm>
            <a:off x="122548" y="790685"/>
            <a:ext cx="8946038" cy="322217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3" name="Shape 2">
            <a:extLst>
              <a:ext uri="{FF2B5EF4-FFF2-40B4-BE49-F238E27FC236}">
                <a16:creationId xmlns:a16="http://schemas.microsoft.com/office/drawing/2014/main" id="{5F5DEFFD-EBA9-2752-B0E8-568650986599}"/>
              </a:ext>
            </a:extLst>
          </p:cNvPr>
          <p:cNvSpPr/>
          <p:nvPr/>
        </p:nvSpPr>
        <p:spPr>
          <a:xfrm>
            <a:off x="7825863" y="2002996"/>
            <a:ext cx="1141529" cy="1094096"/>
          </a:xfrm>
          <a:prstGeom prst="roundRect">
            <a:avLst>
              <a:gd name="adj" fmla="val 12308"/>
            </a:avLst>
          </a:prstGeom>
          <a:solidFill>
            <a:schemeClr val="bg1">
              <a:lumMod val="95000"/>
              <a:alpha val="95898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2" name="Shape 5">
            <a:extLst>
              <a:ext uri="{FF2B5EF4-FFF2-40B4-BE49-F238E27FC236}">
                <a16:creationId xmlns:a16="http://schemas.microsoft.com/office/drawing/2014/main" id="{50C7D68A-E297-BEB7-02C7-50BC919B4251}"/>
              </a:ext>
            </a:extLst>
          </p:cNvPr>
          <p:cNvSpPr/>
          <p:nvPr/>
        </p:nvSpPr>
        <p:spPr>
          <a:xfrm>
            <a:off x="5512435" y="1724362"/>
            <a:ext cx="2028445" cy="1670588"/>
          </a:xfrm>
          <a:prstGeom prst="roundRect">
            <a:avLst>
              <a:gd name="adj" fmla="val 12308"/>
            </a:avLst>
          </a:prstGeom>
          <a:solidFill>
            <a:srgbClr val="F7F5DE">
              <a:alpha val="0"/>
            </a:srgb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1" name="Shape 5">
            <a:extLst>
              <a:ext uri="{FF2B5EF4-FFF2-40B4-BE49-F238E27FC236}">
                <a16:creationId xmlns:a16="http://schemas.microsoft.com/office/drawing/2014/main" id="{2DEE9611-5CDB-3B91-2477-9C082B8DF56C}"/>
              </a:ext>
            </a:extLst>
          </p:cNvPr>
          <p:cNvSpPr/>
          <p:nvPr/>
        </p:nvSpPr>
        <p:spPr>
          <a:xfrm>
            <a:off x="3656554" y="1737072"/>
            <a:ext cx="1587236" cy="1657878"/>
          </a:xfrm>
          <a:prstGeom prst="roundRect">
            <a:avLst>
              <a:gd name="adj" fmla="val 12308"/>
            </a:avLst>
          </a:prstGeom>
          <a:solidFill>
            <a:srgbClr val="F7F5DE">
              <a:alpha val="0"/>
            </a:srgb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ECEDB44-42BE-71E7-1AF9-BD1417ABE33B}"/>
              </a:ext>
            </a:extLst>
          </p:cNvPr>
          <p:cNvSpPr/>
          <p:nvPr/>
        </p:nvSpPr>
        <p:spPr>
          <a:xfrm>
            <a:off x="176608" y="1979939"/>
            <a:ext cx="1280190" cy="1094096"/>
          </a:xfrm>
          <a:prstGeom prst="roundRect">
            <a:avLst>
              <a:gd name="adj" fmla="val 12308"/>
            </a:avLst>
          </a:prstGeom>
          <a:solidFill>
            <a:schemeClr val="bg1">
              <a:lumMod val="95000"/>
              <a:alpha val="95898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0583D485-02FB-D0CC-17E7-90573FBFACBB}"/>
              </a:ext>
            </a:extLst>
          </p:cNvPr>
          <p:cNvSpPr/>
          <p:nvPr/>
        </p:nvSpPr>
        <p:spPr>
          <a:xfrm>
            <a:off x="172908" y="2179409"/>
            <a:ext cx="1287589" cy="53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User-specified model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any model class accepted</a:t>
            </a:r>
            <a:endParaRPr lang="en-US" sz="1300" b="1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  <a:ea typeface="等线" panose="02010600030101010101" pitchFamily="2" charset="-122"/>
              </a:rPr>
              <a:t>community()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901399D3-1EA5-5EA5-6C1A-9FC482F96945}"/>
              </a:ext>
            </a:extLst>
          </p:cNvPr>
          <p:cNvSpPr/>
          <p:nvPr/>
        </p:nvSpPr>
        <p:spPr>
          <a:xfrm>
            <a:off x="1717586" y="1724362"/>
            <a:ext cx="1649866" cy="1670589"/>
          </a:xfrm>
          <a:prstGeom prst="roundRect">
            <a:avLst>
              <a:gd name="adj" fmla="val 12308"/>
            </a:avLst>
          </a:prstGeom>
          <a:solidFill>
            <a:srgbClr val="F7F5DE">
              <a:alpha val="0"/>
            </a:srgb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B293B96-D056-A1BD-505F-9076E69E0714}"/>
              </a:ext>
            </a:extLst>
          </p:cNvPr>
          <p:cNvSpPr/>
          <p:nvPr/>
        </p:nvSpPr>
        <p:spPr>
          <a:xfrm>
            <a:off x="3530232" y="1767478"/>
            <a:ext cx="1844903" cy="774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300" b="1" dirty="0"/>
              <a:t>2.</a:t>
            </a:r>
            <a:r>
              <a:rPr lang="zh-CN" altLang="en-US" sz="1300" b="1" dirty="0"/>
              <a:t> </a:t>
            </a:r>
            <a:r>
              <a:rPr lang="en-US" sz="1300" b="1" dirty="0"/>
              <a:t>Integrate dynamics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chemeClr val="bg1">
                    <a:lumMod val="50000"/>
                  </a:schemeClr>
                </a:solidFill>
                <a:latin typeface="Calibri" panose="020F0502020204030204"/>
                <a:ea typeface="等线" panose="02010600030101010101" pitchFamily="2" charset="-122"/>
              </a:rPr>
              <a:t>integrationParams</a:t>
            </a: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()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coD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yn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()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ctr"/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D430FFBF-3F65-CB05-7E22-2C05FF0E8915}"/>
              </a:ext>
            </a:extLst>
          </p:cNvPr>
          <p:cNvSpPr/>
          <p:nvPr/>
        </p:nvSpPr>
        <p:spPr>
          <a:xfrm>
            <a:off x="1727123" y="1705816"/>
            <a:ext cx="164736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300" b="1" dirty="0"/>
              <a:t>1</a:t>
            </a:r>
            <a:r>
              <a:rPr lang="en-US" sz="1300" b="1" dirty="0"/>
              <a:t>. Introduce mutant</a:t>
            </a:r>
          </a:p>
          <a:p>
            <a:pPr algn="ctr"/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m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utation</a:t>
            </a: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Generator()</a:t>
            </a:r>
            <a:endParaRPr lang="en-US" sz="1300" dirty="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993CFA6F-DAFE-59CD-310A-08047E139F31}"/>
              </a:ext>
            </a:extLst>
          </p:cNvPr>
          <p:cNvSpPr/>
          <p:nvPr/>
        </p:nvSpPr>
        <p:spPr>
          <a:xfrm>
            <a:off x="5539126" y="1714723"/>
            <a:ext cx="2006624" cy="576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3. Prune extinct phenotypes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b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elow</a:t>
            </a:r>
            <a:r>
              <a:rPr lang="zh-CN" altLang="en-US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extThreshold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Text 20">
            <a:extLst>
              <a:ext uri="{FF2B5EF4-FFF2-40B4-BE49-F238E27FC236}">
                <a16:creationId xmlns:a16="http://schemas.microsoft.com/office/drawing/2014/main" id="{1E20524C-C082-2572-FB87-DAAD4C712C88}"/>
              </a:ext>
            </a:extLst>
          </p:cNvPr>
          <p:cNvSpPr/>
          <p:nvPr/>
        </p:nvSpPr>
        <p:spPr>
          <a:xfrm>
            <a:off x="7856096" y="2128365"/>
            <a:ext cx="1111296" cy="635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300" b="1" dirty="0"/>
              <a:t>Evolutionary</a:t>
            </a:r>
            <a:r>
              <a:rPr lang="zh-CN" altLang="en-US" sz="1300" b="1" dirty="0"/>
              <a:t> </a:t>
            </a:r>
            <a:r>
              <a:rPr lang="en-US" altLang="zh-CN" sz="1300" b="1" dirty="0"/>
              <a:t>history</a:t>
            </a:r>
            <a:endParaRPr lang="en-US" sz="1300" b="1" dirty="0"/>
          </a:p>
          <a:p>
            <a:pPr marL="0" indent="0" algn="ctr">
              <a:buNone/>
            </a:pPr>
            <a:r>
              <a:rPr lang="en-US" altLang="zh-CN" sz="1100" dirty="0" err="1">
                <a:solidFill>
                  <a:schemeClr val="bg2">
                    <a:lumMod val="50000"/>
                  </a:schemeClr>
                </a:solidFill>
              </a:rPr>
              <a:t>EvoH</a:t>
            </a:r>
            <a:r>
              <a:rPr lang="en-US" sz="1100" dirty="0" err="1">
                <a:solidFill>
                  <a:schemeClr val="bg2">
                    <a:lumMod val="50000"/>
                  </a:schemeClr>
                </a:solidFill>
              </a:rPr>
              <a:t>ist</a:t>
            </a:r>
            <a:r>
              <a:rPr lang="en-US" altLang="zh-CN" sz="1100" dirty="0" err="1">
                <a:solidFill>
                  <a:schemeClr val="bg2">
                    <a:lumMod val="50000"/>
                  </a:schemeClr>
                </a:solidFill>
              </a:rPr>
              <a:t>ory</a:t>
            </a:r>
            <a:r>
              <a:rPr lang="en-US" altLang="zh-CN" sz="1100" dirty="0">
                <a:solidFill>
                  <a:schemeClr val="bg2">
                    <a:lumMod val="50000"/>
                  </a:schemeClr>
                </a:solidFill>
              </a:rPr>
              <a:t>()</a:t>
            </a:r>
          </a:p>
        </p:txBody>
      </p: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25F05CAD-590A-0897-9B13-B4DDC0F8E900}"/>
              </a:ext>
            </a:extLst>
          </p:cNvPr>
          <p:cNvCxnSpPr>
            <a:cxnSpLocks/>
            <a:stCxn id="6" idx="2"/>
            <a:endCxn id="152" idx="2"/>
          </p:cNvCxnSpPr>
          <p:nvPr/>
        </p:nvCxnSpPr>
        <p:spPr>
          <a:xfrm rot="5400000" flipH="1" flipV="1">
            <a:off x="4534587" y="1402881"/>
            <a:ext cx="1" cy="3984139"/>
          </a:xfrm>
          <a:prstGeom prst="bentConnector3">
            <a:avLst>
              <a:gd name="adj1" fmla="val -22860000000"/>
            </a:avLst>
          </a:prstGeom>
          <a:ln w="12700">
            <a:solidFill>
              <a:schemeClr val="bg2">
                <a:lumMod val="50000"/>
              </a:schemeClr>
            </a:solidFill>
            <a:prstDash val="lg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 17">
            <a:extLst>
              <a:ext uri="{FF2B5EF4-FFF2-40B4-BE49-F238E27FC236}">
                <a16:creationId xmlns:a16="http://schemas.microsoft.com/office/drawing/2014/main" id="{0DC40214-F713-9702-9945-438586CEDADC}"/>
              </a:ext>
            </a:extLst>
          </p:cNvPr>
          <p:cNvSpPr/>
          <p:nvPr/>
        </p:nvSpPr>
        <p:spPr>
          <a:xfrm>
            <a:off x="3989314" y="3594375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900" i="1" dirty="0">
                <a:solidFill>
                  <a:srgbClr val="5F5E5A"/>
                </a:solidFill>
              </a:rPr>
              <a:t>inner</a:t>
            </a:r>
            <a:r>
              <a:rPr lang="zh-CN" altLang="en-US" sz="900" i="1" dirty="0">
                <a:solidFill>
                  <a:srgbClr val="5F5E5A"/>
                </a:solidFill>
              </a:rPr>
              <a:t> </a:t>
            </a:r>
            <a:r>
              <a:rPr lang="en-US" altLang="zh-CN" sz="900" i="1" dirty="0">
                <a:solidFill>
                  <a:srgbClr val="5F5E5A"/>
                </a:solidFill>
              </a:rPr>
              <a:t>loop</a:t>
            </a:r>
            <a:endParaRPr lang="en-US" sz="9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0EEB544-ACA2-1A59-6528-8D7A9420C31F}"/>
              </a:ext>
            </a:extLst>
          </p:cNvPr>
          <p:cNvSpPr txBox="1"/>
          <p:nvPr/>
        </p:nvSpPr>
        <p:spPr>
          <a:xfrm>
            <a:off x="5892509" y="1406156"/>
            <a:ext cx="12682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i="1" dirty="0"/>
              <a:t>Evolutionary</a:t>
            </a:r>
            <a:r>
              <a:rPr lang="zh-CN" altLang="en-US" sz="1100" i="1" dirty="0"/>
              <a:t> </a:t>
            </a:r>
            <a:r>
              <a:rPr lang="en-US" altLang="zh-CN" sz="1100" i="1" dirty="0"/>
              <a:t>phase</a:t>
            </a:r>
            <a:endParaRPr lang="en-US" sz="1100" i="1" dirty="0"/>
          </a:p>
        </p:txBody>
      </p:sp>
      <p:sp>
        <p:nvSpPr>
          <p:cNvPr id="168" name="Text 1">
            <a:extLst>
              <a:ext uri="{FF2B5EF4-FFF2-40B4-BE49-F238E27FC236}">
                <a16:creationId xmlns:a16="http://schemas.microsoft.com/office/drawing/2014/main" id="{3DE5583D-C40D-5908-123A-9FCFE21AE7FE}"/>
              </a:ext>
            </a:extLst>
          </p:cNvPr>
          <p:cNvSpPr/>
          <p:nvPr/>
        </p:nvSpPr>
        <p:spPr>
          <a:xfrm>
            <a:off x="312867" y="75839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</a:rPr>
              <a:t>outer loop — repeat for N mutation events</a:t>
            </a:r>
            <a:endParaRPr lang="en-US" sz="1000" dirty="0"/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620A742C-FC14-2CCC-A61A-6EB3D17DB92E}"/>
              </a:ext>
            </a:extLst>
          </p:cNvPr>
          <p:cNvCxnSpPr>
            <a:cxnSpLocks/>
          </p:cNvCxnSpPr>
          <p:nvPr/>
        </p:nvCxnSpPr>
        <p:spPr>
          <a:xfrm>
            <a:off x="1510701" y="2535208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DE59BD28-9FBC-845B-7903-A72C4FEE6319}"/>
              </a:ext>
            </a:extLst>
          </p:cNvPr>
          <p:cNvCxnSpPr>
            <a:cxnSpLocks/>
          </p:cNvCxnSpPr>
          <p:nvPr/>
        </p:nvCxnSpPr>
        <p:spPr>
          <a:xfrm>
            <a:off x="3433470" y="2531227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627205FC-6C64-D7E0-3C12-65A2CAB15F12}"/>
              </a:ext>
            </a:extLst>
          </p:cNvPr>
          <p:cNvCxnSpPr>
            <a:cxnSpLocks/>
          </p:cNvCxnSpPr>
          <p:nvPr/>
        </p:nvCxnSpPr>
        <p:spPr>
          <a:xfrm>
            <a:off x="5291627" y="2526986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FCD5F150-E5AB-DF4E-A325-123247A731CB}"/>
              </a:ext>
            </a:extLst>
          </p:cNvPr>
          <p:cNvCxnSpPr>
            <a:cxnSpLocks/>
          </p:cNvCxnSpPr>
          <p:nvPr/>
        </p:nvCxnSpPr>
        <p:spPr>
          <a:xfrm>
            <a:off x="7590381" y="2526986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090DD82D-1BA0-F65A-CC15-616BC0394277}"/>
              </a:ext>
            </a:extLst>
          </p:cNvPr>
          <p:cNvSpPr txBox="1"/>
          <p:nvPr/>
        </p:nvSpPr>
        <p:spPr>
          <a:xfrm>
            <a:off x="3870526" y="1406156"/>
            <a:ext cx="11592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i="1" dirty="0"/>
              <a:t>Ecological</a:t>
            </a:r>
            <a:r>
              <a:rPr lang="zh-CN" altLang="en-US" sz="1100" i="1" dirty="0"/>
              <a:t> </a:t>
            </a:r>
            <a:r>
              <a:rPr lang="en-US" altLang="zh-CN" sz="1100" i="1" dirty="0"/>
              <a:t>phase</a:t>
            </a:r>
            <a:endParaRPr lang="en-US" sz="1100" i="1" dirty="0"/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BDA568DB-668B-BB6D-F9FB-DCF2F9368E01}"/>
              </a:ext>
            </a:extLst>
          </p:cNvPr>
          <p:cNvGrpSpPr/>
          <p:nvPr/>
        </p:nvGrpSpPr>
        <p:grpSpPr>
          <a:xfrm>
            <a:off x="1927809" y="2244634"/>
            <a:ext cx="1704805" cy="1008947"/>
            <a:chOff x="5512553" y="834494"/>
            <a:chExt cx="2219565" cy="1303222"/>
          </a:xfrm>
        </p:grpSpPr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867D6272-C44F-D54E-D99E-C4F4A800058C}"/>
                </a:ext>
              </a:extLst>
            </p:cNvPr>
            <p:cNvGrpSpPr/>
            <p:nvPr/>
          </p:nvGrpSpPr>
          <p:grpSpPr>
            <a:xfrm>
              <a:off x="7019815" y="1167405"/>
              <a:ext cx="179024" cy="162648"/>
              <a:chOff x="7067843" y="717976"/>
              <a:chExt cx="201168" cy="206147"/>
            </a:xfrm>
          </p:grpSpPr>
          <p:sp>
            <p:nvSpPr>
              <p:cNvPr id="307" name="Shape 71">
                <a:extLst>
                  <a:ext uri="{FF2B5EF4-FFF2-40B4-BE49-F238E27FC236}">
                    <a16:creationId xmlns:a16="http://schemas.microsoft.com/office/drawing/2014/main" id="{D25B75D0-AF82-24F4-36C5-3EED9A9F7006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08" name="Shape 72">
                <a:extLst>
                  <a:ext uri="{FF2B5EF4-FFF2-40B4-BE49-F238E27FC236}">
                    <a16:creationId xmlns:a16="http://schemas.microsoft.com/office/drawing/2014/main" id="{D7D85E2C-3AAD-A0C6-FD13-BA763153B426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9C12D214-EF19-781C-924D-BE45F2B81560}"/>
                </a:ext>
              </a:extLst>
            </p:cNvPr>
            <p:cNvSpPr txBox="1"/>
            <p:nvPr/>
          </p:nvSpPr>
          <p:spPr>
            <a:xfrm>
              <a:off x="6165675" y="834494"/>
              <a:ext cx="1566443" cy="337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/>
                <a:t>a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new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mutant</a:t>
              </a:r>
              <a:endParaRPr lang="en-US" sz="1100" dirty="0"/>
            </a:p>
          </p:txBody>
        </p:sp>
        <p:cxnSp>
          <p:nvCxnSpPr>
            <p:cNvPr id="203" name="Curved Connector 202">
              <a:extLst>
                <a:ext uri="{FF2B5EF4-FFF2-40B4-BE49-F238E27FC236}">
                  <a16:creationId xmlns:a16="http://schemas.microsoft.com/office/drawing/2014/main" id="{B3A2A498-19F6-E569-DC08-BF903D8203E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746350" y="1200191"/>
              <a:ext cx="162647" cy="242445"/>
            </a:xfrm>
            <a:prstGeom prst="curvedConnector2">
              <a:avLst/>
            </a:prstGeom>
            <a:ln w="9525">
              <a:solidFill>
                <a:schemeClr val="accent2">
                  <a:lumMod val="50000"/>
                  <a:alpha val="89000"/>
                </a:schemeClr>
              </a:solidFill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BCFDC75-B22C-B901-2FD4-58DAEEC78054}"/>
                </a:ext>
              </a:extLst>
            </p:cNvPr>
            <p:cNvGrpSpPr/>
            <p:nvPr/>
          </p:nvGrpSpPr>
          <p:grpSpPr>
            <a:xfrm>
              <a:off x="6209408" y="1482455"/>
              <a:ext cx="186961" cy="186850"/>
              <a:chOff x="1225296" y="1527048"/>
              <a:chExt cx="201168" cy="201168"/>
            </a:xfrm>
          </p:grpSpPr>
          <p:sp>
            <p:nvSpPr>
              <p:cNvPr id="305" name="Shape 15">
                <a:extLst>
                  <a:ext uri="{FF2B5EF4-FFF2-40B4-BE49-F238E27FC236}">
                    <a16:creationId xmlns:a16="http://schemas.microsoft.com/office/drawing/2014/main" id="{20B6EAE3-E220-E2E7-B5D1-42413B5ED244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Shape 16">
                <a:extLst>
                  <a:ext uri="{FF2B5EF4-FFF2-40B4-BE49-F238E27FC236}">
                    <a16:creationId xmlns:a16="http://schemas.microsoft.com/office/drawing/2014/main" id="{F706DDBC-C32F-AED1-EC17-BAAF17A6810D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635AA92F-9707-7ECD-716F-3F43B5CEB823}"/>
                </a:ext>
              </a:extLst>
            </p:cNvPr>
            <p:cNvGrpSpPr/>
            <p:nvPr/>
          </p:nvGrpSpPr>
          <p:grpSpPr>
            <a:xfrm>
              <a:off x="6587600" y="1421812"/>
              <a:ext cx="169964" cy="169864"/>
              <a:chOff x="1874520" y="1444752"/>
              <a:chExt cx="182880" cy="182880"/>
            </a:xfrm>
          </p:grpSpPr>
          <p:sp>
            <p:nvSpPr>
              <p:cNvPr id="303" name="Shape 23">
                <a:extLst>
                  <a:ext uri="{FF2B5EF4-FFF2-40B4-BE49-F238E27FC236}">
                    <a16:creationId xmlns:a16="http://schemas.microsoft.com/office/drawing/2014/main" id="{BB02CD22-86E9-EA70-2B6F-EEE5071AA9CA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DEBD0"/>
              </a:solidFill>
              <a:ln w="9525">
                <a:solidFill>
                  <a:srgbClr val="F8944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" name="Shape 24">
                <a:extLst>
                  <a:ext uri="{FF2B5EF4-FFF2-40B4-BE49-F238E27FC236}">
                    <a16:creationId xmlns:a16="http://schemas.microsoft.com/office/drawing/2014/main" id="{FFDBA626-57E5-A2AF-4C8D-7670A8A1A75B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F89441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FF691D7E-3735-6F52-080E-B940B95F7461}"/>
                </a:ext>
              </a:extLst>
            </p:cNvPr>
            <p:cNvGrpSpPr/>
            <p:nvPr/>
          </p:nvGrpSpPr>
          <p:grpSpPr>
            <a:xfrm>
              <a:off x="5754578" y="1914888"/>
              <a:ext cx="186961" cy="186850"/>
              <a:chOff x="1225296" y="1527048"/>
              <a:chExt cx="201168" cy="201168"/>
            </a:xfrm>
          </p:grpSpPr>
          <p:sp>
            <p:nvSpPr>
              <p:cNvPr id="301" name="Shape 15">
                <a:extLst>
                  <a:ext uri="{FF2B5EF4-FFF2-40B4-BE49-F238E27FC236}">
                    <a16:creationId xmlns:a16="http://schemas.microsoft.com/office/drawing/2014/main" id="{AB6366CF-2F35-F998-0B57-0084768C3528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Shape 16">
                <a:extLst>
                  <a:ext uri="{FF2B5EF4-FFF2-40B4-BE49-F238E27FC236}">
                    <a16:creationId xmlns:a16="http://schemas.microsoft.com/office/drawing/2014/main" id="{22EABC5F-013D-17E9-AA43-FE18DE577793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12A64D69-0781-E8EA-1F59-85AF84E469AF}"/>
                </a:ext>
              </a:extLst>
            </p:cNvPr>
            <p:cNvGrpSpPr/>
            <p:nvPr/>
          </p:nvGrpSpPr>
          <p:grpSpPr>
            <a:xfrm>
              <a:off x="5512556" y="1636033"/>
              <a:ext cx="169964" cy="169864"/>
              <a:chOff x="1874520" y="1444752"/>
              <a:chExt cx="182880" cy="182880"/>
            </a:xfrm>
          </p:grpSpPr>
          <p:sp>
            <p:nvSpPr>
              <p:cNvPr id="299" name="Shape 23">
                <a:extLst>
                  <a:ext uri="{FF2B5EF4-FFF2-40B4-BE49-F238E27FC236}">
                    <a16:creationId xmlns:a16="http://schemas.microsoft.com/office/drawing/2014/main" id="{2D205761-7F73-00B1-687D-006AFF1226EB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DEBD0"/>
              </a:solidFill>
              <a:ln w="9525">
                <a:solidFill>
                  <a:srgbClr val="F8944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Shape 24">
                <a:extLst>
                  <a:ext uri="{FF2B5EF4-FFF2-40B4-BE49-F238E27FC236}">
                    <a16:creationId xmlns:a16="http://schemas.microsoft.com/office/drawing/2014/main" id="{4A9259B1-4C68-84F1-78E1-F7EAA8F616B6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F89441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2720BD8B-78F0-CEA8-B353-8C8D1BDE03F2}"/>
                </a:ext>
              </a:extLst>
            </p:cNvPr>
            <p:cNvGrpSpPr/>
            <p:nvPr/>
          </p:nvGrpSpPr>
          <p:grpSpPr>
            <a:xfrm>
              <a:off x="6291301" y="1950866"/>
              <a:ext cx="186961" cy="186850"/>
              <a:chOff x="1225296" y="1527048"/>
              <a:chExt cx="201168" cy="201168"/>
            </a:xfrm>
          </p:grpSpPr>
          <p:sp>
            <p:nvSpPr>
              <p:cNvPr id="297" name="Shape 15">
                <a:extLst>
                  <a:ext uri="{FF2B5EF4-FFF2-40B4-BE49-F238E27FC236}">
                    <a16:creationId xmlns:a16="http://schemas.microsoft.com/office/drawing/2014/main" id="{D9B70BDF-4844-AACA-C9BC-2405860B6724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" name="Shape 16">
                <a:extLst>
                  <a:ext uri="{FF2B5EF4-FFF2-40B4-BE49-F238E27FC236}">
                    <a16:creationId xmlns:a16="http://schemas.microsoft.com/office/drawing/2014/main" id="{B4FC933E-DD5F-3F67-3910-AEE12A6D120E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CA1BF2F4-F732-7750-74C3-9BD6CDB2CADC}"/>
                </a:ext>
              </a:extLst>
            </p:cNvPr>
            <p:cNvGrpSpPr/>
            <p:nvPr/>
          </p:nvGrpSpPr>
          <p:grpSpPr>
            <a:xfrm>
              <a:off x="6706459" y="1857441"/>
              <a:ext cx="186961" cy="186850"/>
              <a:chOff x="1225296" y="1527048"/>
              <a:chExt cx="201168" cy="201168"/>
            </a:xfrm>
          </p:grpSpPr>
          <p:sp>
            <p:nvSpPr>
              <p:cNvPr id="295" name="Shape 15">
                <a:extLst>
                  <a:ext uri="{FF2B5EF4-FFF2-40B4-BE49-F238E27FC236}">
                    <a16:creationId xmlns:a16="http://schemas.microsoft.com/office/drawing/2014/main" id="{523598E4-5EA1-64B3-FAED-E60ADD22B0C1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Shape 16">
                <a:extLst>
                  <a:ext uri="{FF2B5EF4-FFF2-40B4-BE49-F238E27FC236}">
                    <a16:creationId xmlns:a16="http://schemas.microsoft.com/office/drawing/2014/main" id="{32A185A9-7027-B10C-5BC9-A2E61A8D9E2F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67F748D4-7CD1-7F86-522C-47EB046C1409}"/>
                </a:ext>
              </a:extLst>
            </p:cNvPr>
            <p:cNvGrpSpPr/>
            <p:nvPr/>
          </p:nvGrpSpPr>
          <p:grpSpPr>
            <a:xfrm>
              <a:off x="5512553" y="1078603"/>
              <a:ext cx="169964" cy="169864"/>
              <a:chOff x="1874520" y="1444752"/>
              <a:chExt cx="182880" cy="182880"/>
            </a:xfrm>
          </p:grpSpPr>
          <p:sp>
            <p:nvSpPr>
              <p:cNvPr id="293" name="Shape 23">
                <a:extLst>
                  <a:ext uri="{FF2B5EF4-FFF2-40B4-BE49-F238E27FC236}">
                    <a16:creationId xmlns:a16="http://schemas.microsoft.com/office/drawing/2014/main" id="{879D0947-2681-3E05-C445-40B0075A61DC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DEBD0"/>
              </a:solidFill>
              <a:ln w="9525">
                <a:solidFill>
                  <a:srgbClr val="F8944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Shape 24">
                <a:extLst>
                  <a:ext uri="{FF2B5EF4-FFF2-40B4-BE49-F238E27FC236}">
                    <a16:creationId xmlns:a16="http://schemas.microsoft.com/office/drawing/2014/main" id="{C8FC2C12-53AC-3663-D968-FE937EEC96B1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F89441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62C92EA3-481D-ECB0-5036-83BD29D2DF2C}"/>
                </a:ext>
              </a:extLst>
            </p:cNvPr>
            <p:cNvGrpSpPr/>
            <p:nvPr/>
          </p:nvGrpSpPr>
          <p:grpSpPr>
            <a:xfrm>
              <a:off x="5971463" y="1658721"/>
              <a:ext cx="186961" cy="186850"/>
              <a:chOff x="1225296" y="1527048"/>
              <a:chExt cx="201168" cy="201168"/>
            </a:xfrm>
          </p:grpSpPr>
          <p:sp>
            <p:nvSpPr>
              <p:cNvPr id="291" name="Shape 15">
                <a:extLst>
                  <a:ext uri="{FF2B5EF4-FFF2-40B4-BE49-F238E27FC236}">
                    <a16:creationId xmlns:a16="http://schemas.microsoft.com/office/drawing/2014/main" id="{8A4A5F92-79E0-9F83-8BE4-B500709B4050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" name="Shape 16">
                <a:extLst>
                  <a:ext uri="{FF2B5EF4-FFF2-40B4-BE49-F238E27FC236}">
                    <a16:creationId xmlns:a16="http://schemas.microsoft.com/office/drawing/2014/main" id="{7B9E9D40-E461-3FCA-E742-EB6DE44DB1A9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776CD677-7CE0-55FD-BE71-D8AD41F90097}"/>
                </a:ext>
              </a:extLst>
            </p:cNvPr>
            <p:cNvGrpSpPr/>
            <p:nvPr/>
          </p:nvGrpSpPr>
          <p:grpSpPr>
            <a:xfrm>
              <a:off x="5719754" y="1319895"/>
              <a:ext cx="186961" cy="186850"/>
              <a:chOff x="1225296" y="1527048"/>
              <a:chExt cx="201168" cy="201168"/>
            </a:xfrm>
          </p:grpSpPr>
          <p:sp>
            <p:nvSpPr>
              <p:cNvPr id="288" name="Shape 15">
                <a:extLst>
                  <a:ext uri="{FF2B5EF4-FFF2-40B4-BE49-F238E27FC236}">
                    <a16:creationId xmlns:a16="http://schemas.microsoft.com/office/drawing/2014/main" id="{83E2F9C4-7390-F52B-E146-E7F49DCC005F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Shape 16">
                <a:extLst>
                  <a:ext uri="{FF2B5EF4-FFF2-40B4-BE49-F238E27FC236}">
                    <a16:creationId xmlns:a16="http://schemas.microsoft.com/office/drawing/2014/main" id="{9B5B0176-BC0D-FED6-FB63-3A442D35A509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C588FC19-7913-4B2D-770D-748FAA894B6E}"/>
              </a:ext>
            </a:extLst>
          </p:cNvPr>
          <p:cNvGrpSpPr/>
          <p:nvPr/>
        </p:nvGrpSpPr>
        <p:grpSpPr>
          <a:xfrm>
            <a:off x="3915589" y="2430391"/>
            <a:ext cx="1126723" cy="834302"/>
            <a:chOff x="3182631" y="3884716"/>
            <a:chExt cx="1126723" cy="834302"/>
          </a:xfrm>
        </p:grpSpPr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BE4E0AA6-421E-617B-B04E-2B0DF326C65E}"/>
                </a:ext>
              </a:extLst>
            </p:cNvPr>
            <p:cNvGrpSpPr/>
            <p:nvPr/>
          </p:nvGrpSpPr>
          <p:grpSpPr>
            <a:xfrm>
              <a:off x="3457381" y="4277854"/>
              <a:ext cx="150129" cy="139837"/>
              <a:chOff x="1225296" y="1527048"/>
              <a:chExt cx="201168" cy="201168"/>
            </a:xfrm>
          </p:grpSpPr>
          <p:sp>
            <p:nvSpPr>
              <p:cNvPr id="366" name="Shape 15">
                <a:extLst>
                  <a:ext uri="{FF2B5EF4-FFF2-40B4-BE49-F238E27FC236}">
                    <a16:creationId xmlns:a16="http://schemas.microsoft.com/office/drawing/2014/main" id="{752A3EB3-B28B-D0BC-BDF4-207F9691872A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Shape 16">
                <a:extLst>
                  <a:ext uri="{FF2B5EF4-FFF2-40B4-BE49-F238E27FC236}">
                    <a16:creationId xmlns:a16="http://schemas.microsoft.com/office/drawing/2014/main" id="{E3EB238C-6E29-635F-818A-2F53AFE72BCF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16E798C7-D167-6CBF-BF96-30D234A7113E}"/>
                </a:ext>
              </a:extLst>
            </p:cNvPr>
            <p:cNvGrpSpPr/>
            <p:nvPr/>
          </p:nvGrpSpPr>
          <p:grpSpPr>
            <a:xfrm>
              <a:off x="3745635" y="4346488"/>
              <a:ext cx="136481" cy="127125"/>
              <a:chOff x="1874520" y="1444752"/>
              <a:chExt cx="182880" cy="182880"/>
            </a:xfrm>
          </p:grpSpPr>
          <p:sp>
            <p:nvSpPr>
              <p:cNvPr id="364" name="Shape 23">
                <a:extLst>
                  <a:ext uri="{FF2B5EF4-FFF2-40B4-BE49-F238E27FC236}">
                    <a16:creationId xmlns:a16="http://schemas.microsoft.com/office/drawing/2014/main" id="{AA034F28-B2D3-25ED-AA2A-0962A66C5708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DEBD0"/>
              </a:solidFill>
              <a:ln w="9525">
                <a:solidFill>
                  <a:srgbClr val="F8944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" name="Shape 24">
                <a:extLst>
                  <a:ext uri="{FF2B5EF4-FFF2-40B4-BE49-F238E27FC236}">
                    <a16:creationId xmlns:a16="http://schemas.microsoft.com/office/drawing/2014/main" id="{B788A94E-1899-73F5-FE82-9E096B33BE3F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F89441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6328153E-4CB2-D6CB-346A-A93F0201330A}"/>
                </a:ext>
              </a:extLst>
            </p:cNvPr>
            <p:cNvGrpSpPr/>
            <p:nvPr/>
          </p:nvGrpSpPr>
          <p:grpSpPr>
            <a:xfrm>
              <a:off x="3849631" y="4579181"/>
              <a:ext cx="150129" cy="139837"/>
              <a:chOff x="1225296" y="1527048"/>
              <a:chExt cx="201168" cy="201168"/>
            </a:xfrm>
          </p:grpSpPr>
          <p:sp>
            <p:nvSpPr>
              <p:cNvPr id="356" name="Shape 15">
                <a:extLst>
                  <a:ext uri="{FF2B5EF4-FFF2-40B4-BE49-F238E27FC236}">
                    <a16:creationId xmlns:a16="http://schemas.microsoft.com/office/drawing/2014/main" id="{7C588529-72A2-3CA2-8347-7CE221047851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7" name="Shape 16">
                <a:extLst>
                  <a:ext uri="{FF2B5EF4-FFF2-40B4-BE49-F238E27FC236}">
                    <a16:creationId xmlns:a16="http://schemas.microsoft.com/office/drawing/2014/main" id="{901236CE-B583-A6AE-6AFB-49233792A522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9D7B8BAE-68C7-2F68-B672-C7B544820E22}"/>
                </a:ext>
              </a:extLst>
            </p:cNvPr>
            <p:cNvGrpSpPr/>
            <p:nvPr/>
          </p:nvGrpSpPr>
          <p:grpSpPr>
            <a:xfrm>
              <a:off x="3225924" y="4476784"/>
              <a:ext cx="150129" cy="139837"/>
              <a:chOff x="1225296" y="1527048"/>
              <a:chExt cx="201168" cy="201168"/>
            </a:xfrm>
          </p:grpSpPr>
          <p:sp>
            <p:nvSpPr>
              <p:cNvPr id="354" name="Shape 15">
                <a:extLst>
                  <a:ext uri="{FF2B5EF4-FFF2-40B4-BE49-F238E27FC236}">
                    <a16:creationId xmlns:a16="http://schemas.microsoft.com/office/drawing/2014/main" id="{57C3DD55-DFFB-6AC5-E346-AA13D93BCDFC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Shape 16">
                <a:extLst>
                  <a:ext uri="{FF2B5EF4-FFF2-40B4-BE49-F238E27FC236}">
                    <a16:creationId xmlns:a16="http://schemas.microsoft.com/office/drawing/2014/main" id="{F98F6E4C-CAF8-416B-A3F9-C7CFE8FB6CA5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2A0A3260-B236-5287-E574-0A65426EEE88}"/>
                </a:ext>
              </a:extLst>
            </p:cNvPr>
            <p:cNvGrpSpPr/>
            <p:nvPr/>
          </p:nvGrpSpPr>
          <p:grpSpPr>
            <a:xfrm>
              <a:off x="4009096" y="4312572"/>
              <a:ext cx="150129" cy="143298"/>
              <a:chOff x="7067843" y="717976"/>
              <a:chExt cx="201168" cy="206147"/>
            </a:xfrm>
          </p:grpSpPr>
          <p:sp>
            <p:nvSpPr>
              <p:cNvPr id="350" name="Shape 71">
                <a:extLst>
                  <a:ext uri="{FF2B5EF4-FFF2-40B4-BE49-F238E27FC236}">
                    <a16:creationId xmlns:a16="http://schemas.microsoft.com/office/drawing/2014/main" id="{BBC323C6-FC67-E20D-89FF-B83AB1CC241A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51" name="Shape 72">
                <a:extLst>
                  <a:ext uri="{FF2B5EF4-FFF2-40B4-BE49-F238E27FC236}">
                    <a16:creationId xmlns:a16="http://schemas.microsoft.com/office/drawing/2014/main" id="{A666DF45-97A6-510E-083A-329FC928ADCE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03B9D047-FD13-E355-5C7A-3E43EE6442A9}"/>
                </a:ext>
              </a:extLst>
            </p:cNvPr>
            <p:cNvGrpSpPr/>
            <p:nvPr/>
          </p:nvGrpSpPr>
          <p:grpSpPr>
            <a:xfrm>
              <a:off x="3590528" y="4102904"/>
              <a:ext cx="150129" cy="143298"/>
              <a:chOff x="7067843" y="717976"/>
              <a:chExt cx="201168" cy="206147"/>
            </a:xfrm>
          </p:grpSpPr>
          <p:sp>
            <p:nvSpPr>
              <p:cNvPr id="348" name="Shape 71">
                <a:extLst>
                  <a:ext uri="{FF2B5EF4-FFF2-40B4-BE49-F238E27FC236}">
                    <a16:creationId xmlns:a16="http://schemas.microsoft.com/office/drawing/2014/main" id="{2014D82F-EC70-99DF-4BDA-98461A49453F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9" name="Shape 72">
                <a:extLst>
                  <a:ext uri="{FF2B5EF4-FFF2-40B4-BE49-F238E27FC236}">
                    <a16:creationId xmlns:a16="http://schemas.microsoft.com/office/drawing/2014/main" id="{01A08BF2-9674-42CD-694F-271E00380799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A826986D-36FC-0866-B8EF-DF9621AA75E8}"/>
                </a:ext>
              </a:extLst>
            </p:cNvPr>
            <p:cNvGrpSpPr/>
            <p:nvPr/>
          </p:nvGrpSpPr>
          <p:grpSpPr>
            <a:xfrm>
              <a:off x="3874433" y="4039942"/>
              <a:ext cx="150129" cy="143298"/>
              <a:chOff x="7067843" y="717976"/>
              <a:chExt cx="201168" cy="206147"/>
            </a:xfrm>
          </p:grpSpPr>
          <p:sp>
            <p:nvSpPr>
              <p:cNvPr id="346" name="Shape 71">
                <a:extLst>
                  <a:ext uri="{FF2B5EF4-FFF2-40B4-BE49-F238E27FC236}">
                    <a16:creationId xmlns:a16="http://schemas.microsoft.com/office/drawing/2014/main" id="{8A4F341A-8E09-B1F1-9A54-9AB76B4A7F5A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7" name="Shape 72">
                <a:extLst>
                  <a:ext uri="{FF2B5EF4-FFF2-40B4-BE49-F238E27FC236}">
                    <a16:creationId xmlns:a16="http://schemas.microsoft.com/office/drawing/2014/main" id="{8BCE2C61-7FC7-39E8-00B6-4EFAA4BEB4B2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FE023D18-3E7F-301A-AFCC-F6F292CAED1C}"/>
                </a:ext>
              </a:extLst>
            </p:cNvPr>
            <p:cNvGrpSpPr/>
            <p:nvPr/>
          </p:nvGrpSpPr>
          <p:grpSpPr>
            <a:xfrm>
              <a:off x="3537729" y="3884716"/>
              <a:ext cx="150129" cy="143298"/>
              <a:chOff x="7067843" y="717976"/>
              <a:chExt cx="201168" cy="206147"/>
            </a:xfrm>
          </p:grpSpPr>
          <p:sp>
            <p:nvSpPr>
              <p:cNvPr id="344" name="Shape 71">
                <a:extLst>
                  <a:ext uri="{FF2B5EF4-FFF2-40B4-BE49-F238E27FC236}">
                    <a16:creationId xmlns:a16="http://schemas.microsoft.com/office/drawing/2014/main" id="{BAD4C809-1505-154F-8AB4-626D164A2FC9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5" name="Shape 72">
                <a:extLst>
                  <a:ext uri="{FF2B5EF4-FFF2-40B4-BE49-F238E27FC236}">
                    <a16:creationId xmlns:a16="http://schemas.microsoft.com/office/drawing/2014/main" id="{2D59A206-25DC-FF01-E617-149B27F9A27D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EBF49FF0-7BE2-11A8-8078-A1EFAD189989}"/>
                </a:ext>
              </a:extLst>
            </p:cNvPr>
            <p:cNvGrpSpPr/>
            <p:nvPr/>
          </p:nvGrpSpPr>
          <p:grpSpPr>
            <a:xfrm>
              <a:off x="3182631" y="4120907"/>
              <a:ext cx="136481" cy="127125"/>
              <a:chOff x="1874520" y="1444752"/>
              <a:chExt cx="182880" cy="182880"/>
            </a:xfrm>
          </p:grpSpPr>
          <p:sp>
            <p:nvSpPr>
              <p:cNvPr id="342" name="Shape 23">
                <a:extLst>
                  <a:ext uri="{FF2B5EF4-FFF2-40B4-BE49-F238E27FC236}">
                    <a16:creationId xmlns:a16="http://schemas.microsoft.com/office/drawing/2014/main" id="{5E139976-E56E-B369-2793-7B45B07CA1EE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DEBD0"/>
              </a:solidFill>
              <a:ln w="9525">
                <a:solidFill>
                  <a:srgbClr val="F8944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Shape 24">
                <a:extLst>
                  <a:ext uri="{FF2B5EF4-FFF2-40B4-BE49-F238E27FC236}">
                    <a16:creationId xmlns:a16="http://schemas.microsoft.com/office/drawing/2014/main" id="{E90DB3D5-0FBC-F23B-A6D7-9A31EDC70250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F89441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8" name="Group 327">
              <a:extLst>
                <a:ext uri="{FF2B5EF4-FFF2-40B4-BE49-F238E27FC236}">
                  <a16:creationId xmlns:a16="http://schemas.microsoft.com/office/drawing/2014/main" id="{C292E525-C8FD-BA2B-5D07-FD48454C8F5B}"/>
                </a:ext>
              </a:extLst>
            </p:cNvPr>
            <p:cNvGrpSpPr/>
            <p:nvPr/>
          </p:nvGrpSpPr>
          <p:grpSpPr>
            <a:xfrm>
              <a:off x="3590528" y="4551214"/>
              <a:ext cx="150129" cy="139837"/>
              <a:chOff x="1225296" y="1527048"/>
              <a:chExt cx="201168" cy="201168"/>
            </a:xfrm>
          </p:grpSpPr>
          <p:sp>
            <p:nvSpPr>
              <p:cNvPr id="332" name="Shape 15">
                <a:extLst>
                  <a:ext uri="{FF2B5EF4-FFF2-40B4-BE49-F238E27FC236}">
                    <a16:creationId xmlns:a16="http://schemas.microsoft.com/office/drawing/2014/main" id="{4F7145B9-5D49-6E63-39C6-81583E71324E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3" name="Shape 16">
                <a:extLst>
                  <a:ext uri="{FF2B5EF4-FFF2-40B4-BE49-F238E27FC236}">
                    <a16:creationId xmlns:a16="http://schemas.microsoft.com/office/drawing/2014/main" id="{C735F017-754C-D60D-75BD-F97D835B3E17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45B1AA52-37A2-BBBB-1C1D-5EEB238E7035}"/>
                </a:ext>
              </a:extLst>
            </p:cNvPr>
            <p:cNvGrpSpPr/>
            <p:nvPr/>
          </p:nvGrpSpPr>
          <p:grpSpPr>
            <a:xfrm>
              <a:off x="4152655" y="4496903"/>
              <a:ext cx="150129" cy="143298"/>
              <a:chOff x="7067843" y="717976"/>
              <a:chExt cx="201168" cy="206147"/>
            </a:xfrm>
          </p:grpSpPr>
          <p:sp>
            <p:nvSpPr>
              <p:cNvPr id="330" name="Shape 71">
                <a:extLst>
                  <a:ext uri="{FF2B5EF4-FFF2-40B4-BE49-F238E27FC236}">
                    <a16:creationId xmlns:a16="http://schemas.microsoft.com/office/drawing/2014/main" id="{90F916C6-6BDE-1C01-A0A7-434E3E7541DC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31" name="Shape 72">
                <a:extLst>
                  <a:ext uri="{FF2B5EF4-FFF2-40B4-BE49-F238E27FC236}">
                    <a16:creationId xmlns:a16="http://schemas.microsoft.com/office/drawing/2014/main" id="{EEB37BF7-7413-19F5-5B65-E677863D6EE6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6BDA7FA1-C538-4734-6E24-9787A58CFC40}"/>
                </a:ext>
              </a:extLst>
            </p:cNvPr>
            <p:cNvGrpSpPr/>
            <p:nvPr/>
          </p:nvGrpSpPr>
          <p:grpSpPr>
            <a:xfrm>
              <a:off x="4159225" y="4055737"/>
              <a:ext cx="150129" cy="143298"/>
              <a:chOff x="7067843" y="717976"/>
              <a:chExt cx="201168" cy="206147"/>
            </a:xfrm>
          </p:grpSpPr>
          <p:sp>
            <p:nvSpPr>
              <p:cNvPr id="133" name="Shape 71">
                <a:extLst>
                  <a:ext uri="{FF2B5EF4-FFF2-40B4-BE49-F238E27FC236}">
                    <a16:creationId xmlns:a16="http://schemas.microsoft.com/office/drawing/2014/main" id="{D6C443CE-DD41-BE1C-7E95-CACA58190A1C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4" name="Shape 72">
                <a:extLst>
                  <a:ext uri="{FF2B5EF4-FFF2-40B4-BE49-F238E27FC236}">
                    <a16:creationId xmlns:a16="http://schemas.microsoft.com/office/drawing/2014/main" id="{2998C28F-FEF3-9A4F-F586-62B19EE538AC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CD17D603-0E2D-81A4-5ADE-93FD783AFF25}"/>
              </a:ext>
            </a:extLst>
          </p:cNvPr>
          <p:cNvGrpSpPr/>
          <p:nvPr/>
        </p:nvGrpSpPr>
        <p:grpSpPr>
          <a:xfrm>
            <a:off x="5935813" y="2372528"/>
            <a:ext cx="1146344" cy="834302"/>
            <a:chOff x="5705688" y="3918032"/>
            <a:chExt cx="1146344" cy="834302"/>
          </a:xfrm>
        </p:grpSpPr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2790B2F5-9EFF-91EB-ECD6-57ECD6939391}"/>
                </a:ext>
              </a:extLst>
            </p:cNvPr>
            <p:cNvGrpSpPr/>
            <p:nvPr/>
          </p:nvGrpSpPr>
          <p:grpSpPr>
            <a:xfrm>
              <a:off x="6000059" y="4311170"/>
              <a:ext cx="150129" cy="139837"/>
              <a:chOff x="1225296" y="1527048"/>
              <a:chExt cx="201168" cy="201168"/>
            </a:xfrm>
          </p:grpSpPr>
          <p:sp>
            <p:nvSpPr>
              <p:cNvPr id="219" name="Shape 15">
                <a:extLst>
                  <a:ext uri="{FF2B5EF4-FFF2-40B4-BE49-F238E27FC236}">
                    <a16:creationId xmlns:a16="http://schemas.microsoft.com/office/drawing/2014/main" id="{37CB4B3C-BBFA-0C36-9978-CDD1660E9B79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Shape 16">
                <a:extLst>
                  <a:ext uri="{FF2B5EF4-FFF2-40B4-BE49-F238E27FC236}">
                    <a16:creationId xmlns:a16="http://schemas.microsoft.com/office/drawing/2014/main" id="{FBE5FA3B-5C0C-8B10-3A2F-A2D26563445B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82A06E96-AFE5-8F0C-75BC-FAEB609ADB7C}"/>
                </a:ext>
              </a:extLst>
            </p:cNvPr>
            <p:cNvGrpSpPr/>
            <p:nvPr/>
          </p:nvGrpSpPr>
          <p:grpSpPr>
            <a:xfrm>
              <a:off x="6288313" y="4379804"/>
              <a:ext cx="136481" cy="127125"/>
              <a:chOff x="1874520" y="1444752"/>
              <a:chExt cx="182880" cy="182880"/>
            </a:xfrm>
          </p:grpSpPr>
          <p:sp>
            <p:nvSpPr>
              <p:cNvPr id="217" name="Shape 23">
                <a:extLst>
                  <a:ext uri="{FF2B5EF4-FFF2-40B4-BE49-F238E27FC236}">
                    <a16:creationId xmlns:a16="http://schemas.microsoft.com/office/drawing/2014/main" id="{F6671689-1E27-3DBA-BC44-091814D59787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DEBD0"/>
              </a:solidFill>
              <a:ln w="9525">
                <a:solidFill>
                  <a:srgbClr val="F8944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Shape 24">
                <a:extLst>
                  <a:ext uri="{FF2B5EF4-FFF2-40B4-BE49-F238E27FC236}">
                    <a16:creationId xmlns:a16="http://schemas.microsoft.com/office/drawing/2014/main" id="{A47E33A5-FD66-7871-9AEF-656184227637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F89441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537DEDA6-3424-5220-80B7-31D62DE43FC2}"/>
                </a:ext>
              </a:extLst>
            </p:cNvPr>
            <p:cNvGrpSpPr/>
            <p:nvPr/>
          </p:nvGrpSpPr>
          <p:grpSpPr>
            <a:xfrm>
              <a:off x="6392309" y="4612497"/>
              <a:ext cx="150129" cy="139837"/>
              <a:chOff x="1225296" y="1527048"/>
              <a:chExt cx="201168" cy="201168"/>
            </a:xfrm>
          </p:grpSpPr>
          <p:sp>
            <p:nvSpPr>
              <p:cNvPr id="215" name="Shape 15">
                <a:extLst>
                  <a:ext uri="{FF2B5EF4-FFF2-40B4-BE49-F238E27FC236}">
                    <a16:creationId xmlns:a16="http://schemas.microsoft.com/office/drawing/2014/main" id="{1934AC94-A97D-AF16-FEBE-5AB56C06EC36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Shape 16">
                <a:extLst>
                  <a:ext uri="{FF2B5EF4-FFF2-40B4-BE49-F238E27FC236}">
                    <a16:creationId xmlns:a16="http://schemas.microsoft.com/office/drawing/2014/main" id="{69ADF84E-7C25-0076-9632-C2C182294D41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7A576956-475A-25E7-0A61-DC4460C74B60}"/>
                </a:ext>
              </a:extLst>
            </p:cNvPr>
            <p:cNvGrpSpPr/>
            <p:nvPr/>
          </p:nvGrpSpPr>
          <p:grpSpPr>
            <a:xfrm>
              <a:off x="5768602" y="4510100"/>
              <a:ext cx="150129" cy="139837"/>
              <a:chOff x="1225296" y="1527048"/>
              <a:chExt cx="201168" cy="201168"/>
            </a:xfrm>
          </p:grpSpPr>
          <p:sp>
            <p:nvSpPr>
              <p:cNvPr id="213" name="Shape 15">
                <a:extLst>
                  <a:ext uri="{FF2B5EF4-FFF2-40B4-BE49-F238E27FC236}">
                    <a16:creationId xmlns:a16="http://schemas.microsoft.com/office/drawing/2014/main" id="{943C4D43-561A-7DE3-56A0-1BFE71DBDCAD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Shape 16">
                <a:extLst>
                  <a:ext uri="{FF2B5EF4-FFF2-40B4-BE49-F238E27FC236}">
                    <a16:creationId xmlns:a16="http://schemas.microsoft.com/office/drawing/2014/main" id="{A5ACCB96-9BE9-3DE7-322F-FBDBD648D593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02CC4A93-AB9C-34CD-6E24-3CF1D45B57E2}"/>
                </a:ext>
              </a:extLst>
            </p:cNvPr>
            <p:cNvGrpSpPr/>
            <p:nvPr/>
          </p:nvGrpSpPr>
          <p:grpSpPr>
            <a:xfrm>
              <a:off x="6551774" y="4345888"/>
              <a:ext cx="150129" cy="143298"/>
              <a:chOff x="7067843" y="717976"/>
              <a:chExt cx="201168" cy="206147"/>
            </a:xfrm>
          </p:grpSpPr>
          <p:sp>
            <p:nvSpPr>
              <p:cNvPr id="211" name="Shape 71">
                <a:extLst>
                  <a:ext uri="{FF2B5EF4-FFF2-40B4-BE49-F238E27FC236}">
                    <a16:creationId xmlns:a16="http://schemas.microsoft.com/office/drawing/2014/main" id="{9C56EC6E-DE77-0C83-9FF6-A03E2BF46F6C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2" name="Shape 72">
                <a:extLst>
                  <a:ext uri="{FF2B5EF4-FFF2-40B4-BE49-F238E27FC236}">
                    <a16:creationId xmlns:a16="http://schemas.microsoft.com/office/drawing/2014/main" id="{ECEA4EB9-34D7-1509-115F-81A2F899F1AF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72550B91-BA95-F1CE-AEBB-343FA74E1DCF}"/>
                </a:ext>
              </a:extLst>
            </p:cNvPr>
            <p:cNvGrpSpPr/>
            <p:nvPr/>
          </p:nvGrpSpPr>
          <p:grpSpPr>
            <a:xfrm>
              <a:off x="6133206" y="4136220"/>
              <a:ext cx="150129" cy="143298"/>
              <a:chOff x="7067843" y="717976"/>
              <a:chExt cx="201168" cy="206147"/>
            </a:xfrm>
          </p:grpSpPr>
          <p:sp>
            <p:nvSpPr>
              <p:cNvPr id="179" name="Shape 71">
                <a:extLst>
                  <a:ext uri="{FF2B5EF4-FFF2-40B4-BE49-F238E27FC236}">
                    <a16:creationId xmlns:a16="http://schemas.microsoft.com/office/drawing/2014/main" id="{45633C5C-8D29-7E5D-4F80-B0E7EB56A1CE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99" name="Shape 72">
                <a:extLst>
                  <a:ext uri="{FF2B5EF4-FFF2-40B4-BE49-F238E27FC236}">
                    <a16:creationId xmlns:a16="http://schemas.microsoft.com/office/drawing/2014/main" id="{C8126350-F6E1-9119-F0DA-5FCB8CB2A158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0FBF21F0-1808-2A6D-9385-76FA472BA363}"/>
                </a:ext>
              </a:extLst>
            </p:cNvPr>
            <p:cNvGrpSpPr/>
            <p:nvPr/>
          </p:nvGrpSpPr>
          <p:grpSpPr>
            <a:xfrm>
              <a:off x="6417111" y="4073258"/>
              <a:ext cx="150129" cy="143298"/>
              <a:chOff x="7067843" y="717976"/>
              <a:chExt cx="201168" cy="206147"/>
            </a:xfrm>
          </p:grpSpPr>
          <p:sp>
            <p:nvSpPr>
              <p:cNvPr id="177" name="Shape 71">
                <a:extLst>
                  <a:ext uri="{FF2B5EF4-FFF2-40B4-BE49-F238E27FC236}">
                    <a16:creationId xmlns:a16="http://schemas.microsoft.com/office/drawing/2014/main" id="{57B8834F-1292-A9C9-E6F4-8230533DD357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8" name="Shape 72">
                <a:extLst>
                  <a:ext uri="{FF2B5EF4-FFF2-40B4-BE49-F238E27FC236}">
                    <a16:creationId xmlns:a16="http://schemas.microsoft.com/office/drawing/2014/main" id="{3D2756C7-5135-684B-6F84-D468F0CD7575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401919C3-FA8D-A341-D35D-63A587FA79E2}"/>
                </a:ext>
              </a:extLst>
            </p:cNvPr>
            <p:cNvGrpSpPr/>
            <p:nvPr/>
          </p:nvGrpSpPr>
          <p:grpSpPr>
            <a:xfrm>
              <a:off x="6080407" y="3918032"/>
              <a:ext cx="150129" cy="143298"/>
              <a:chOff x="7067843" y="717976"/>
              <a:chExt cx="201168" cy="206147"/>
            </a:xfrm>
          </p:grpSpPr>
          <p:sp>
            <p:nvSpPr>
              <p:cNvPr id="175" name="Shape 71">
                <a:extLst>
                  <a:ext uri="{FF2B5EF4-FFF2-40B4-BE49-F238E27FC236}">
                    <a16:creationId xmlns:a16="http://schemas.microsoft.com/office/drawing/2014/main" id="{ABAC8FB9-979A-8ADF-E04F-297B16C07904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6" name="Shape 72">
                <a:extLst>
                  <a:ext uri="{FF2B5EF4-FFF2-40B4-BE49-F238E27FC236}">
                    <a16:creationId xmlns:a16="http://schemas.microsoft.com/office/drawing/2014/main" id="{BF7D4B27-661B-0B63-7A53-DF7979D2F6C0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807E6AF0-A093-8A85-45EE-88DE74B6E41C}"/>
                </a:ext>
              </a:extLst>
            </p:cNvPr>
            <p:cNvGrpSpPr/>
            <p:nvPr/>
          </p:nvGrpSpPr>
          <p:grpSpPr>
            <a:xfrm>
              <a:off x="5725309" y="4154223"/>
              <a:ext cx="136481" cy="127125"/>
              <a:chOff x="1874520" y="1444752"/>
              <a:chExt cx="182880" cy="182880"/>
            </a:xfrm>
          </p:grpSpPr>
          <p:sp>
            <p:nvSpPr>
              <p:cNvPr id="165" name="Shape 23">
                <a:extLst>
                  <a:ext uri="{FF2B5EF4-FFF2-40B4-BE49-F238E27FC236}">
                    <a16:creationId xmlns:a16="http://schemas.microsoft.com/office/drawing/2014/main" id="{FA3DB74C-9AF1-0E3A-8967-B71A2489CFBA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DEBD0"/>
              </a:solidFill>
              <a:ln w="9525">
                <a:solidFill>
                  <a:srgbClr val="F8944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Shape 24">
                <a:extLst>
                  <a:ext uri="{FF2B5EF4-FFF2-40B4-BE49-F238E27FC236}">
                    <a16:creationId xmlns:a16="http://schemas.microsoft.com/office/drawing/2014/main" id="{052150C1-19F5-72E4-6B64-AA02C2B26D87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F89441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57436BF9-6003-A762-9EE6-17A1796775DB}"/>
                </a:ext>
              </a:extLst>
            </p:cNvPr>
            <p:cNvGrpSpPr/>
            <p:nvPr/>
          </p:nvGrpSpPr>
          <p:grpSpPr>
            <a:xfrm>
              <a:off x="5705688" y="4144907"/>
              <a:ext cx="162307" cy="148115"/>
              <a:chOff x="2752253" y="2670772"/>
              <a:chExt cx="218792" cy="256515"/>
            </a:xfrm>
          </p:grpSpPr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8B890E26-2E89-5970-0EBE-BCA6FEBF60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C6254783-B5F4-52A1-EE50-0539A132EA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8349364D-D66F-2CF6-05AC-6E030BD8C8DE}"/>
                </a:ext>
              </a:extLst>
            </p:cNvPr>
            <p:cNvGrpSpPr/>
            <p:nvPr/>
          </p:nvGrpSpPr>
          <p:grpSpPr>
            <a:xfrm>
              <a:off x="6262411" y="4363954"/>
              <a:ext cx="162307" cy="148115"/>
              <a:chOff x="2752253" y="2670772"/>
              <a:chExt cx="218792" cy="256515"/>
            </a:xfrm>
          </p:grpSpPr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59AA00C0-9B26-499D-857F-6C01355B23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475E2102-CE4A-65C9-0A22-508F54A35B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1FF52893-092F-EA21-CBF1-D93EAFC1984E}"/>
                </a:ext>
              </a:extLst>
            </p:cNvPr>
            <p:cNvGrpSpPr/>
            <p:nvPr/>
          </p:nvGrpSpPr>
          <p:grpSpPr>
            <a:xfrm>
              <a:off x="6133206" y="4584530"/>
              <a:ext cx="150129" cy="139837"/>
              <a:chOff x="1225296" y="1527048"/>
              <a:chExt cx="201168" cy="201168"/>
            </a:xfrm>
          </p:grpSpPr>
          <p:sp>
            <p:nvSpPr>
              <p:cNvPr id="158" name="Shape 15">
                <a:extLst>
                  <a:ext uri="{FF2B5EF4-FFF2-40B4-BE49-F238E27FC236}">
                    <a16:creationId xmlns:a16="http://schemas.microsoft.com/office/drawing/2014/main" id="{ECB44F24-98E1-9080-D6ED-E3212BAB33ED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6FF"/>
              </a:solidFill>
              <a:ln w="9525">
                <a:solidFill>
                  <a:srgbClr val="0D0887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Shape 16">
                <a:extLst>
                  <a:ext uri="{FF2B5EF4-FFF2-40B4-BE49-F238E27FC236}">
                    <a16:creationId xmlns:a16="http://schemas.microsoft.com/office/drawing/2014/main" id="{3421D34E-3A49-EA5C-08EB-CC495A763F80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0D0887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5285D054-9543-85A2-517C-D754106647BD}"/>
                </a:ext>
              </a:extLst>
            </p:cNvPr>
            <p:cNvGrpSpPr/>
            <p:nvPr/>
          </p:nvGrpSpPr>
          <p:grpSpPr>
            <a:xfrm>
              <a:off x="6695333" y="4530219"/>
              <a:ext cx="150129" cy="143298"/>
              <a:chOff x="7067843" y="717976"/>
              <a:chExt cx="201168" cy="206147"/>
            </a:xfrm>
          </p:grpSpPr>
          <p:sp>
            <p:nvSpPr>
              <p:cNvPr id="156" name="Shape 71">
                <a:extLst>
                  <a:ext uri="{FF2B5EF4-FFF2-40B4-BE49-F238E27FC236}">
                    <a16:creationId xmlns:a16="http://schemas.microsoft.com/office/drawing/2014/main" id="{7B9A95FC-8A59-4C08-0542-2D0A54073C17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7" name="Shape 72">
                <a:extLst>
                  <a:ext uri="{FF2B5EF4-FFF2-40B4-BE49-F238E27FC236}">
                    <a16:creationId xmlns:a16="http://schemas.microsoft.com/office/drawing/2014/main" id="{91D6A526-14AB-27D2-B38D-542B5D09AFC8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C1C880A8-43FC-894A-136F-59CA3EEDABB9}"/>
                </a:ext>
              </a:extLst>
            </p:cNvPr>
            <p:cNvGrpSpPr/>
            <p:nvPr/>
          </p:nvGrpSpPr>
          <p:grpSpPr>
            <a:xfrm>
              <a:off x="6701903" y="4089053"/>
              <a:ext cx="150129" cy="143298"/>
              <a:chOff x="7067843" y="717976"/>
              <a:chExt cx="201168" cy="206147"/>
            </a:xfrm>
          </p:grpSpPr>
          <p:sp>
            <p:nvSpPr>
              <p:cNvPr id="154" name="Shape 71">
                <a:extLst>
                  <a:ext uri="{FF2B5EF4-FFF2-40B4-BE49-F238E27FC236}">
                    <a16:creationId xmlns:a16="http://schemas.microsoft.com/office/drawing/2014/main" id="{E5B9A8C0-0DCD-A341-28A3-09800D34B01E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DEAE8"/>
              </a:solidFill>
              <a:ln w="22225">
                <a:solidFill>
                  <a:srgbClr val="E56B5D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5" name="Shape 72">
                <a:extLst>
                  <a:ext uri="{FF2B5EF4-FFF2-40B4-BE49-F238E27FC236}">
                    <a16:creationId xmlns:a16="http://schemas.microsoft.com/office/drawing/2014/main" id="{B663E185-185C-2B7F-C996-AA85C6439A75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E56B5D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8366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F7E48-508B-EF66-4B66-FB0F8D4FC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>
            <a:extLst>
              <a:ext uri="{FF2B5EF4-FFF2-40B4-BE49-F238E27FC236}">
                <a16:creationId xmlns:a16="http://schemas.microsoft.com/office/drawing/2014/main" id="{0E987EA4-F647-AA33-5EF1-CBFA300C5D57}"/>
              </a:ext>
            </a:extLst>
          </p:cNvPr>
          <p:cNvSpPr/>
          <p:nvPr/>
        </p:nvSpPr>
        <p:spPr>
          <a:xfrm>
            <a:off x="122548" y="752978"/>
            <a:ext cx="8946038" cy="322217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3" name="Shape 2">
            <a:extLst>
              <a:ext uri="{FF2B5EF4-FFF2-40B4-BE49-F238E27FC236}">
                <a16:creationId xmlns:a16="http://schemas.microsoft.com/office/drawing/2014/main" id="{5F5DEFFD-EBA9-2752-B0E8-568650986599}"/>
              </a:ext>
            </a:extLst>
          </p:cNvPr>
          <p:cNvSpPr/>
          <p:nvPr/>
        </p:nvSpPr>
        <p:spPr>
          <a:xfrm>
            <a:off x="7825863" y="1965289"/>
            <a:ext cx="1141529" cy="1094096"/>
          </a:xfrm>
          <a:prstGeom prst="roundRect">
            <a:avLst>
              <a:gd name="adj" fmla="val 12308"/>
            </a:avLst>
          </a:prstGeom>
          <a:solidFill>
            <a:schemeClr val="bg1">
              <a:lumMod val="95000"/>
              <a:alpha val="95898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2" name="Shape 5">
            <a:extLst>
              <a:ext uri="{FF2B5EF4-FFF2-40B4-BE49-F238E27FC236}">
                <a16:creationId xmlns:a16="http://schemas.microsoft.com/office/drawing/2014/main" id="{50C7D68A-E297-BEB7-02C7-50BC919B4251}"/>
              </a:ext>
            </a:extLst>
          </p:cNvPr>
          <p:cNvSpPr/>
          <p:nvPr/>
        </p:nvSpPr>
        <p:spPr>
          <a:xfrm>
            <a:off x="5512435" y="1686655"/>
            <a:ext cx="2028445" cy="1670588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1" name="Shape 5">
            <a:extLst>
              <a:ext uri="{FF2B5EF4-FFF2-40B4-BE49-F238E27FC236}">
                <a16:creationId xmlns:a16="http://schemas.microsoft.com/office/drawing/2014/main" id="{2DEE9611-5CDB-3B91-2477-9C082B8DF56C}"/>
              </a:ext>
            </a:extLst>
          </p:cNvPr>
          <p:cNvSpPr/>
          <p:nvPr/>
        </p:nvSpPr>
        <p:spPr>
          <a:xfrm>
            <a:off x="3656554" y="1699365"/>
            <a:ext cx="1587236" cy="1657878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ECEDB44-42BE-71E7-1AF9-BD1417ABE33B}"/>
              </a:ext>
            </a:extLst>
          </p:cNvPr>
          <p:cNvSpPr/>
          <p:nvPr/>
        </p:nvSpPr>
        <p:spPr>
          <a:xfrm>
            <a:off x="176608" y="1942232"/>
            <a:ext cx="1280190" cy="1094096"/>
          </a:xfrm>
          <a:prstGeom prst="roundRect">
            <a:avLst>
              <a:gd name="adj" fmla="val 12308"/>
            </a:avLst>
          </a:prstGeom>
          <a:solidFill>
            <a:schemeClr val="bg1">
              <a:lumMod val="95000"/>
              <a:alpha val="95898"/>
            </a:schemeClr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0583D485-02FB-D0CC-17E7-90573FBFACBB}"/>
              </a:ext>
            </a:extLst>
          </p:cNvPr>
          <p:cNvSpPr/>
          <p:nvPr/>
        </p:nvSpPr>
        <p:spPr>
          <a:xfrm>
            <a:off x="172908" y="2141702"/>
            <a:ext cx="1287589" cy="53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User-specified model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any model class accepted</a:t>
            </a:r>
            <a:endParaRPr lang="en-US" sz="1200" b="1" dirty="0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  <a:ea typeface="等线" panose="02010600030101010101" pitchFamily="2" charset="-122"/>
              </a:rPr>
              <a:t>community()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901399D3-1EA5-5EA5-6C1A-9FC482F96945}"/>
              </a:ext>
            </a:extLst>
          </p:cNvPr>
          <p:cNvSpPr/>
          <p:nvPr/>
        </p:nvSpPr>
        <p:spPr>
          <a:xfrm>
            <a:off x="1717586" y="1686655"/>
            <a:ext cx="1649866" cy="1670589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B293B96-D056-A1BD-505F-9076E69E0714}"/>
              </a:ext>
            </a:extLst>
          </p:cNvPr>
          <p:cNvSpPr/>
          <p:nvPr/>
        </p:nvSpPr>
        <p:spPr>
          <a:xfrm>
            <a:off x="3530232" y="1729771"/>
            <a:ext cx="1844903" cy="774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300" b="1" dirty="0"/>
              <a:t>2.</a:t>
            </a:r>
            <a:r>
              <a:rPr lang="zh-CN" altLang="en-US" sz="1300" b="1" dirty="0"/>
              <a:t> </a:t>
            </a:r>
            <a:r>
              <a:rPr lang="en-US" sz="1300" b="1" dirty="0"/>
              <a:t>Integrate dynamics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 err="1">
                <a:solidFill>
                  <a:schemeClr val="bg1">
                    <a:lumMod val="50000"/>
                  </a:schemeClr>
                </a:solidFill>
                <a:latin typeface="Calibri" panose="020F0502020204030204"/>
                <a:ea typeface="等线" panose="02010600030101010101" pitchFamily="2" charset="-122"/>
              </a:rPr>
              <a:t>integrationParams</a:t>
            </a: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()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</a:t>
            </a:r>
            <a:r>
              <a:rPr kumimoji="0" lang="en-GB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coD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yn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()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ctr"/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D430FFBF-3F65-CB05-7E22-2C05FF0E8915}"/>
              </a:ext>
            </a:extLst>
          </p:cNvPr>
          <p:cNvSpPr/>
          <p:nvPr/>
        </p:nvSpPr>
        <p:spPr>
          <a:xfrm>
            <a:off x="1727123" y="1668109"/>
            <a:ext cx="164736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300" b="1" dirty="0"/>
              <a:t>1</a:t>
            </a:r>
            <a:r>
              <a:rPr lang="en-US" sz="1300" b="1" dirty="0"/>
              <a:t>. Introduce mutant</a:t>
            </a:r>
          </a:p>
          <a:p>
            <a:pPr algn="ctr"/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m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utation</a:t>
            </a: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Generator()</a:t>
            </a:r>
            <a:endParaRPr lang="en-US" sz="1300" dirty="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993CFA6F-DAFE-59CD-310A-08047E139F31}"/>
              </a:ext>
            </a:extLst>
          </p:cNvPr>
          <p:cNvSpPr/>
          <p:nvPr/>
        </p:nvSpPr>
        <p:spPr>
          <a:xfrm>
            <a:off x="5539126" y="1677016"/>
            <a:ext cx="2006624" cy="576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/>
              <a:t>3. Prune extinct phenotypes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b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elow</a:t>
            </a:r>
            <a:r>
              <a:rPr lang="zh-CN" altLang="en-US" sz="1100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extThreshold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9" name="Text 20">
            <a:extLst>
              <a:ext uri="{FF2B5EF4-FFF2-40B4-BE49-F238E27FC236}">
                <a16:creationId xmlns:a16="http://schemas.microsoft.com/office/drawing/2014/main" id="{1E20524C-C082-2572-FB87-DAAD4C712C88}"/>
              </a:ext>
            </a:extLst>
          </p:cNvPr>
          <p:cNvSpPr/>
          <p:nvPr/>
        </p:nvSpPr>
        <p:spPr>
          <a:xfrm>
            <a:off x="7856096" y="2090658"/>
            <a:ext cx="1111296" cy="635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300" b="1" dirty="0"/>
              <a:t>Evolutionary</a:t>
            </a:r>
            <a:r>
              <a:rPr lang="zh-CN" altLang="en-US" sz="1300" b="1" dirty="0"/>
              <a:t> </a:t>
            </a:r>
            <a:r>
              <a:rPr lang="en-US" altLang="zh-CN" sz="1300" b="1" dirty="0"/>
              <a:t>history</a:t>
            </a:r>
            <a:endParaRPr lang="en-US" sz="1300" b="1" dirty="0"/>
          </a:p>
          <a:p>
            <a:pPr marL="0" indent="0" algn="ctr">
              <a:buNone/>
            </a:pPr>
            <a:r>
              <a:rPr lang="en-US" altLang="zh-CN" sz="1100" dirty="0" err="1">
                <a:solidFill>
                  <a:schemeClr val="bg2">
                    <a:lumMod val="50000"/>
                  </a:schemeClr>
                </a:solidFill>
              </a:rPr>
              <a:t>EvoH</a:t>
            </a:r>
            <a:r>
              <a:rPr lang="en-US" sz="1100" dirty="0" err="1">
                <a:solidFill>
                  <a:schemeClr val="bg2">
                    <a:lumMod val="50000"/>
                  </a:schemeClr>
                </a:solidFill>
              </a:rPr>
              <a:t>ist</a:t>
            </a:r>
            <a:r>
              <a:rPr lang="en-US" altLang="zh-CN" sz="1100" dirty="0" err="1">
                <a:solidFill>
                  <a:schemeClr val="bg2">
                    <a:lumMod val="50000"/>
                  </a:schemeClr>
                </a:solidFill>
              </a:rPr>
              <a:t>ory</a:t>
            </a:r>
            <a:r>
              <a:rPr lang="en-US" altLang="zh-CN" sz="1100" dirty="0">
                <a:solidFill>
                  <a:schemeClr val="bg2">
                    <a:lumMod val="50000"/>
                  </a:schemeClr>
                </a:solidFill>
              </a:rPr>
              <a:t>()</a:t>
            </a:r>
          </a:p>
        </p:txBody>
      </p: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25F05CAD-590A-0897-9B13-B4DDC0F8E900}"/>
              </a:ext>
            </a:extLst>
          </p:cNvPr>
          <p:cNvCxnSpPr>
            <a:cxnSpLocks/>
            <a:stCxn id="6" idx="2"/>
            <a:endCxn id="152" idx="2"/>
          </p:cNvCxnSpPr>
          <p:nvPr/>
        </p:nvCxnSpPr>
        <p:spPr>
          <a:xfrm rot="5400000" flipH="1" flipV="1">
            <a:off x="4534587" y="1365174"/>
            <a:ext cx="1" cy="3984139"/>
          </a:xfrm>
          <a:prstGeom prst="bentConnector3">
            <a:avLst>
              <a:gd name="adj1" fmla="val -22860000000"/>
            </a:avLst>
          </a:prstGeom>
          <a:ln w="12700">
            <a:solidFill>
              <a:schemeClr val="bg2">
                <a:lumMod val="50000"/>
              </a:schemeClr>
            </a:solidFill>
            <a:prstDash val="lg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 17">
            <a:extLst>
              <a:ext uri="{FF2B5EF4-FFF2-40B4-BE49-F238E27FC236}">
                <a16:creationId xmlns:a16="http://schemas.microsoft.com/office/drawing/2014/main" id="{0DC40214-F713-9702-9945-438586CEDADC}"/>
              </a:ext>
            </a:extLst>
          </p:cNvPr>
          <p:cNvSpPr/>
          <p:nvPr/>
        </p:nvSpPr>
        <p:spPr>
          <a:xfrm>
            <a:off x="3989314" y="35566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900" i="1" dirty="0">
                <a:solidFill>
                  <a:srgbClr val="5F5E5A"/>
                </a:solidFill>
              </a:rPr>
              <a:t>inner</a:t>
            </a:r>
            <a:r>
              <a:rPr lang="zh-CN" altLang="en-US" sz="900" i="1" dirty="0">
                <a:solidFill>
                  <a:srgbClr val="5F5E5A"/>
                </a:solidFill>
              </a:rPr>
              <a:t> </a:t>
            </a:r>
            <a:r>
              <a:rPr lang="en-US" altLang="zh-CN" sz="900" i="1" dirty="0">
                <a:solidFill>
                  <a:srgbClr val="5F5E5A"/>
                </a:solidFill>
              </a:rPr>
              <a:t>loop</a:t>
            </a:r>
            <a:endParaRPr lang="en-US" sz="9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0EEB544-ACA2-1A59-6528-8D7A9420C31F}"/>
              </a:ext>
            </a:extLst>
          </p:cNvPr>
          <p:cNvSpPr txBox="1"/>
          <p:nvPr/>
        </p:nvSpPr>
        <p:spPr>
          <a:xfrm>
            <a:off x="5892509" y="1368449"/>
            <a:ext cx="12682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i="1" dirty="0"/>
              <a:t>Evolutionary</a:t>
            </a:r>
            <a:r>
              <a:rPr lang="zh-CN" altLang="en-US" sz="1100" i="1" dirty="0"/>
              <a:t> </a:t>
            </a:r>
            <a:r>
              <a:rPr lang="en-US" altLang="zh-CN" sz="1100" i="1" dirty="0"/>
              <a:t>phase</a:t>
            </a:r>
            <a:endParaRPr lang="en-US" sz="1100" i="1" dirty="0"/>
          </a:p>
        </p:txBody>
      </p:sp>
      <p:sp>
        <p:nvSpPr>
          <p:cNvPr id="168" name="Text 1">
            <a:extLst>
              <a:ext uri="{FF2B5EF4-FFF2-40B4-BE49-F238E27FC236}">
                <a16:creationId xmlns:a16="http://schemas.microsoft.com/office/drawing/2014/main" id="{3DE5583D-C40D-5908-123A-9FCFE21AE7FE}"/>
              </a:ext>
            </a:extLst>
          </p:cNvPr>
          <p:cNvSpPr/>
          <p:nvPr/>
        </p:nvSpPr>
        <p:spPr>
          <a:xfrm>
            <a:off x="312867" y="72069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</a:rPr>
              <a:t>outer loop — repeat for N mutation events</a:t>
            </a:r>
            <a:endParaRPr lang="en-US" sz="1000" dirty="0"/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620A742C-FC14-2CCC-A61A-6EB3D17DB92E}"/>
              </a:ext>
            </a:extLst>
          </p:cNvPr>
          <p:cNvCxnSpPr>
            <a:cxnSpLocks/>
          </p:cNvCxnSpPr>
          <p:nvPr/>
        </p:nvCxnSpPr>
        <p:spPr>
          <a:xfrm>
            <a:off x="1510701" y="2497501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DE59BD28-9FBC-845B-7903-A72C4FEE6319}"/>
              </a:ext>
            </a:extLst>
          </p:cNvPr>
          <p:cNvCxnSpPr>
            <a:cxnSpLocks/>
          </p:cNvCxnSpPr>
          <p:nvPr/>
        </p:nvCxnSpPr>
        <p:spPr>
          <a:xfrm>
            <a:off x="3421113" y="2493520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627205FC-6C64-D7E0-3C12-65A2CAB15F12}"/>
              </a:ext>
            </a:extLst>
          </p:cNvPr>
          <p:cNvCxnSpPr>
            <a:cxnSpLocks/>
          </p:cNvCxnSpPr>
          <p:nvPr/>
        </p:nvCxnSpPr>
        <p:spPr>
          <a:xfrm>
            <a:off x="5276858" y="2489279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FCD5F150-E5AB-DF4E-A325-123247A731CB}"/>
              </a:ext>
            </a:extLst>
          </p:cNvPr>
          <p:cNvCxnSpPr>
            <a:cxnSpLocks/>
          </p:cNvCxnSpPr>
          <p:nvPr/>
        </p:nvCxnSpPr>
        <p:spPr>
          <a:xfrm>
            <a:off x="7590381" y="2489279"/>
            <a:ext cx="193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090DD82D-1BA0-F65A-CC15-616BC0394277}"/>
              </a:ext>
            </a:extLst>
          </p:cNvPr>
          <p:cNvSpPr txBox="1"/>
          <p:nvPr/>
        </p:nvSpPr>
        <p:spPr>
          <a:xfrm>
            <a:off x="3870526" y="1368449"/>
            <a:ext cx="11592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i="1" dirty="0"/>
              <a:t>Ecological</a:t>
            </a:r>
            <a:r>
              <a:rPr lang="zh-CN" altLang="en-US" sz="1100" i="1" dirty="0"/>
              <a:t> </a:t>
            </a:r>
            <a:r>
              <a:rPr lang="en-US" altLang="zh-CN" sz="1100" i="1" dirty="0"/>
              <a:t>phase</a:t>
            </a:r>
            <a:endParaRPr lang="en-US" sz="1100" i="1" dirty="0"/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BDA568DB-668B-BB6D-F9FB-DCF2F9368E01}"/>
              </a:ext>
            </a:extLst>
          </p:cNvPr>
          <p:cNvGrpSpPr/>
          <p:nvPr/>
        </p:nvGrpSpPr>
        <p:grpSpPr>
          <a:xfrm>
            <a:off x="1927809" y="2206927"/>
            <a:ext cx="1704805" cy="1008947"/>
            <a:chOff x="5512553" y="834494"/>
            <a:chExt cx="2219565" cy="1303222"/>
          </a:xfrm>
        </p:grpSpPr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867D6272-C44F-D54E-D99E-C4F4A800058C}"/>
                </a:ext>
              </a:extLst>
            </p:cNvPr>
            <p:cNvGrpSpPr/>
            <p:nvPr/>
          </p:nvGrpSpPr>
          <p:grpSpPr>
            <a:xfrm>
              <a:off x="7019815" y="1167405"/>
              <a:ext cx="179024" cy="162648"/>
              <a:chOff x="7067843" y="717976"/>
              <a:chExt cx="201168" cy="206147"/>
            </a:xfrm>
          </p:grpSpPr>
          <p:sp>
            <p:nvSpPr>
              <p:cNvPr id="307" name="Shape 71">
                <a:extLst>
                  <a:ext uri="{FF2B5EF4-FFF2-40B4-BE49-F238E27FC236}">
                    <a16:creationId xmlns:a16="http://schemas.microsoft.com/office/drawing/2014/main" id="{D25B75D0-AF82-24F4-36C5-3EED9A9F7006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08" name="Shape 72">
                <a:extLst>
                  <a:ext uri="{FF2B5EF4-FFF2-40B4-BE49-F238E27FC236}">
                    <a16:creationId xmlns:a16="http://schemas.microsoft.com/office/drawing/2014/main" id="{D7D85E2C-3AAD-A0C6-FD13-BA763153B426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9C12D214-EF19-781C-924D-BE45F2B81560}"/>
                </a:ext>
              </a:extLst>
            </p:cNvPr>
            <p:cNvSpPr txBox="1"/>
            <p:nvPr/>
          </p:nvSpPr>
          <p:spPr>
            <a:xfrm>
              <a:off x="6165675" y="834494"/>
              <a:ext cx="1566443" cy="337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/>
                <a:t>a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new</a:t>
              </a:r>
              <a:r>
                <a:rPr lang="zh-CN" altLang="en-US" sz="1100" dirty="0"/>
                <a:t> </a:t>
              </a:r>
              <a:r>
                <a:rPr lang="en-US" altLang="zh-CN" sz="1100" dirty="0"/>
                <a:t>mutant</a:t>
              </a:r>
              <a:endParaRPr lang="en-US" sz="1100" dirty="0"/>
            </a:p>
          </p:txBody>
        </p:sp>
        <p:cxnSp>
          <p:nvCxnSpPr>
            <p:cNvPr id="203" name="Curved Connector 202">
              <a:extLst>
                <a:ext uri="{FF2B5EF4-FFF2-40B4-BE49-F238E27FC236}">
                  <a16:creationId xmlns:a16="http://schemas.microsoft.com/office/drawing/2014/main" id="{B3A2A498-19F6-E569-DC08-BF903D8203E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746350" y="1200191"/>
              <a:ext cx="162647" cy="242445"/>
            </a:xfrm>
            <a:prstGeom prst="curvedConnector2">
              <a:avLst/>
            </a:prstGeom>
            <a:ln w="9525">
              <a:solidFill>
                <a:schemeClr val="accent2">
                  <a:lumMod val="50000"/>
                  <a:alpha val="89000"/>
                </a:schemeClr>
              </a:solidFill>
              <a:headEnd type="none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BCFDC75-B22C-B901-2FD4-58DAEEC78054}"/>
                </a:ext>
              </a:extLst>
            </p:cNvPr>
            <p:cNvGrpSpPr/>
            <p:nvPr/>
          </p:nvGrpSpPr>
          <p:grpSpPr>
            <a:xfrm>
              <a:off x="6209408" y="1482455"/>
              <a:ext cx="186961" cy="186850"/>
              <a:chOff x="1225296" y="1527048"/>
              <a:chExt cx="201168" cy="201168"/>
            </a:xfrm>
          </p:grpSpPr>
          <p:sp>
            <p:nvSpPr>
              <p:cNvPr id="305" name="Shape 15">
                <a:extLst>
                  <a:ext uri="{FF2B5EF4-FFF2-40B4-BE49-F238E27FC236}">
                    <a16:creationId xmlns:a16="http://schemas.microsoft.com/office/drawing/2014/main" id="{20B6EAE3-E220-E2E7-B5D1-42413B5ED244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Shape 16">
                <a:extLst>
                  <a:ext uri="{FF2B5EF4-FFF2-40B4-BE49-F238E27FC236}">
                    <a16:creationId xmlns:a16="http://schemas.microsoft.com/office/drawing/2014/main" id="{F706DDBC-C32F-AED1-EC17-BAAF17A6810D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635AA92F-9707-7ECD-716F-3F43B5CEB823}"/>
                </a:ext>
              </a:extLst>
            </p:cNvPr>
            <p:cNvGrpSpPr/>
            <p:nvPr/>
          </p:nvGrpSpPr>
          <p:grpSpPr>
            <a:xfrm>
              <a:off x="6587600" y="1421812"/>
              <a:ext cx="169964" cy="169864"/>
              <a:chOff x="1874520" y="1444752"/>
              <a:chExt cx="182880" cy="182880"/>
            </a:xfrm>
          </p:grpSpPr>
          <p:sp>
            <p:nvSpPr>
              <p:cNvPr id="303" name="Shape 23">
                <a:extLst>
                  <a:ext uri="{FF2B5EF4-FFF2-40B4-BE49-F238E27FC236}">
                    <a16:creationId xmlns:a16="http://schemas.microsoft.com/office/drawing/2014/main" id="{BB02CD22-86E9-EA70-2B6F-EEE5071AA9CA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AE8E3"/>
              </a:solidFill>
              <a:ln w="9525">
                <a:solidFill>
                  <a:srgbClr val="DC4B1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" name="Shape 24">
                <a:extLst>
                  <a:ext uri="{FF2B5EF4-FFF2-40B4-BE49-F238E27FC236}">
                    <a16:creationId xmlns:a16="http://schemas.microsoft.com/office/drawing/2014/main" id="{FFDBA626-57E5-A2AF-4C8D-7670A8A1A75B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DC4B1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FF691D7E-3735-6F52-080E-B940B95F7461}"/>
                </a:ext>
              </a:extLst>
            </p:cNvPr>
            <p:cNvGrpSpPr/>
            <p:nvPr/>
          </p:nvGrpSpPr>
          <p:grpSpPr>
            <a:xfrm>
              <a:off x="5754578" y="1914888"/>
              <a:ext cx="186961" cy="186850"/>
              <a:chOff x="1225296" y="1527048"/>
              <a:chExt cx="201168" cy="201168"/>
            </a:xfrm>
          </p:grpSpPr>
          <p:sp>
            <p:nvSpPr>
              <p:cNvPr id="301" name="Shape 15">
                <a:extLst>
                  <a:ext uri="{FF2B5EF4-FFF2-40B4-BE49-F238E27FC236}">
                    <a16:creationId xmlns:a16="http://schemas.microsoft.com/office/drawing/2014/main" id="{AB6366CF-2F35-F998-0B57-0084768C3528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Shape 16">
                <a:extLst>
                  <a:ext uri="{FF2B5EF4-FFF2-40B4-BE49-F238E27FC236}">
                    <a16:creationId xmlns:a16="http://schemas.microsoft.com/office/drawing/2014/main" id="{22EABC5F-013D-17E9-AA43-FE18DE577793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12A64D69-0781-E8EA-1F59-85AF84E469AF}"/>
                </a:ext>
              </a:extLst>
            </p:cNvPr>
            <p:cNvGrpSpPr/>
            <p:nvPr/>
          </p:nvGrpSpPr>
          <p:grpSpPr>
            <a:xfrm>
              <a:off x="5512556" y="1636033"/>
              <a:ext cx="169964" cy="169864"/>
              <a:chOff x="1874520" y="1444752"/>
              <a:chExt cx="182880" cy="182880"/>
            </a:xfrm>
          </p:grpSpPr>
          <p:sp>
            <p:nvSpPr>
              <p:cNvPr id="299" name="Shape 23">
                <a:extLst>
                  <a:ext uri="{FF2B5EF4-FFF2-40B4-BE49-F238E27FC236}">
                    <a16:creationId xmlns:a16="http://schemas.microsoft.com/office/drawing/2014/main" id="{2D205761-7F73-00B1-687D-006AFF1226EB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AE8E3"/>
              </a:solidFill>
              <a:ln w="9525">
                <a:solidFill>
                  <a:srgbClr val="DC4B1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Shape 24">
                <a:extLst>
                  <a:ext uri="{FF2B5EF4-FFF2-40B4-BE49-F238E27FC236}">
                    <a16:creationId xmlns:a16="http://schemas.microsoft.com/office/drawing/2014/main" id="{4A9259B1-4C68-84F1-78E1-F7EAA8F616B6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DC4B1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2720BD8B-78F0-CEA8-B353-8C8D1BDE03F2}"/>
                </a:ext>
              </a:extLst>
            </p:cNvPr>
            <p:cNvGrpSpPr/>
            <p:nvPr/>
          </p:nvGrpSpPr>
          <p:grpSpPr>
            <a:xfrm>
              <a:off x="6291301" y="1950866"/>
              <a:ext cx="186961" cy="186850"/>
              <a:chOff x="1225296" y="1527048"/>
              <a:chExt cx="201168" cy="201168"/>
            </a:xfrm>
          </p:grpSpPr>
          <p:sp>
            <p:nvSpPr>
              <p:cNvPr id="297" name="Shape 15">
                <a:extLst>
                  <a:ext uri="{FF2B5EF4-FFF2-40B4-BE49-F238E27FC236}">
                    <a16:creationId xmlns:a16="http://schemas.microsoft.com/office/drawing/2014/main" id="{D9B70BDF-4844-AACA-C9BC-2405860B6724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" name="Shape 16">
                <a:extLst>
                  <a:ext uri="{FF2B5EF4-FFF2-40B4-BE49-F238E27FC236}">
                    <a16:creationId xmlns:a16="http://schemas.microsoft.com/office/drawing/2014/main" id="{B4FC933E-DD5F-3F67-3910-AEE12A6D120E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CA1BF2F4-F732-7750-74C3-9BD6CDB2CADC}"/>
                </a:ext>
              </a:extLst>
            </p:cNvPr>
            <p:cNvGrpSpPr/>
            <p:nvPr/>
          </p:nvGrpSpPr>
          <p:grpSpPr>
            <a:xfrm>
              <a:off x="6706459" y="1857441"/>
              <a:ext cx="186961" cy="186850"/>
              <a:chOff x="1225296" y="1527048"/>
              <a:chExt cx="201168" cy="201168"/>
            </a:xfrm>
          </p:grpSpPr>
          <p:sp>
            <p:nvSpPr>
              <p:cNvPr id="295" name="Shape 15">
                <a:extLst>
                  <a:ext uri="{FF2B5EF4-FFF2-40B4-BE49-F238E27FC236}">
                    <a16:creationId xmlns:a16="http://schemas.microsoft.com/office/drawing/2014/main" id="{523598E4-5EA1-64B3-FAED-E60ADD22B0C1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Shape 16">
                <a:extLst>
                  <a:ext uri="{FF2B5EF4-FFF2-40B4-BE49-F238E27FC236}">
                    <a16:creationId xmlns:a16="http://schemas.microsoft.com/office/drawing/2014/main" id="{32A185A9-7027-B10C-5BC9-A2E61A8D9E2F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67F748D4-7CD1-7F86-522C-47EB046C1409}"/>
                </a:ext>
              </a:extLst>
            </p:cNvPr>
            <p:cNvGrpSpPr/>
            <p:nvPr/>
          </p:nvGrpSpPr>
          <p:grpSpPr>
            <a:xfrm>
              <a:off x="5512553" y="1078603"/>
              <a:ext cx="169964" cy="169864"/>
              <a:chOff x="1874520" y="1444752"/>
              <a:chExt cx="182880" cy="182880"/>
            </a:xfrm>
          </p:grpSpPr>
          <p:sp>
            <p:nvSpPr>
              <p:cNvPr id="293" name="Shape 23">
                <a:extLst>
                  <a:ext uri="{FF2B5EF4-FFF2-40B4-BE49-F238E27FC236}">
                    <a16:creationId xmlns:a16="http://schemas.microsoft.com/office/drawing/2014/main" id="{879D0947-2681-3E05-C445-40B0075A61DC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AE8E3"/>
              </a:solidFill>
              <a:ln w="9525">
                <a:solidFill>
                  <a:srgbClr val="DC4B1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Shape 24">
                <a:extLst>
                  <a:ext uri="{FF2B5EF4-FFF2-40B4-BE49-F238E27FC236}">
                    <a16:creationId xmlns:a16="http://schemas.microsoft.com/office/drawing/2014/main" id="{C8FC2C12-53AC-3663-D968-FE937EEC96B1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DC4B1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62C92EA3-481D-ECB0-5036-83BD29D2DF2C}"/>
                </a:ext>
              </a:extLst>
            </p:cNvPr>
            <p:cNvGrpSpPr/>
            <p:nvPr/>
          </p:nvGrpSpPr>
          <p:grpSpPr>
            <a:xfrm>
              <a:off x="5971463" y="1658721"/>
              <a:ext cx="186961" cy="186850"/>
              <a:chOff x="1225296" y="1527048"/>
              <a:chExt cx="201168" cy="201168"/>
            </a:xfrm>
          </p:grpSpPr>
          <p:sp>
            <p:nvSpPr>
              <p:cNvPr id="291" name="Shape 15">
                <a:extLst>
                  <a:ext uri="{FF2B5EF4-FFF2-40B4-BE49-F238E27FC236}">
                    <a16:creationId xmlns:a16="http://schemas.microsoft.com/office/drawing/2014/main" id="{8A4A5F92-79E0-9F83-8BE4-B500709B4050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" name="Shape 16">
                <a:extLst>
                  <a:ext uri="{FF2B5EF4-FFF2-40B4-BE49-F238E27FC236}">
                    <a16:creationId xmlns:a16="http://schemas.microsoft.com/office/drawing/2014/main" id="{7B9E9D40-E461-3FCA-E742-EB6DE44DB1A9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776CD677-7CE0-55FD-BE71-D8AD41F90097}"/>
                </a:ext>
              </a:extLst>
            </p:cNvPr>
            <p:cNvGrpSpPr/>
            <p:nvPr/>
          </p:nvGrpSpPr>
          <p:grpSpPr>
            <a:xfrm>
              <a:off x="5719754" y="1319895"/>
              <a:ext cx="186961" cy="186850"/>
              <a:chOff x="1225296" y="1527048"/>
              <a:chExt cx="201168" cy="201168"/>
            </a:xfrm>
          </p:grpSpPr>
          <p:sp>
            <p:nvSpPr>
              <p:cNvPr id="288" name="Shape 15">
                <a:extLst>
                  <a:ext uri="{FF2B5EF4-FFF2-40B4-BE49-F238E27FC236}">
                    <a16:creationId xmlns:a16="http://schemas.microsoft.com/office/drawing/2014/main" id="{83E2F9C4-7390-F52B-E146-E7F49DCC005F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9" name="Shape 16">
                <a:extLst>
                  <a:ext uri="{FF2B5EF4-FFF2-40B4-BE49-F238E27FC236}">
                    <a16:creationId xmlns:a16="http://schemas.microsoft.com/office/drawing/2014/main" id="{9B5B0176-BC0D-FED6-FB63-3A442D35A509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C588FC19-7913-4B2D-770D-748FAA894B6E}"/>
              </a:ext>
            </a:extLst>
          </p:cNvPr>
          <p:cNvGrpSpPr/>
          <p:nvPr/>
        </p:nvGrpSpPr>
        <p:grpSpPr>
          <a:xfrm>
            <a:off x="3915589" y="2392684"/>
            <a:ext cx="1126723" cy="834302"/>
            <a:chOff x="3182631" y="3884716"/>
            <a:chExt cx="1126723" cy="834302"/>
          </a:xfrm>
        </p:grpSpPr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BE4E0AA6-421E-617B-B04E-2B0DF326C65E}"/>
                </a:ext>
              </a:extLst>
            </p:cNvPr>
            <p:cNvGrpSpPr/>
            <p:nvPr/>
          </p:nvGrpSpPr>
          <p:grpSpPr>
            <a:xfrm>
              <a:off x="3457381" y="4277854"/>
              <a:ext cx="150129" cy="139837"/>
              <a:chOff x="1225296" y="1527048"/>
              <a:chExt cx="201168" cy="201168"/>
            </a:xfrm>
          </p:grpSpPr>
          <p:sp>
            <p:nvSpPr>
              <p:cNvPr id="366" name="Shape 15">
                <a:extLst>
                  <a:ext uri="{FF2B5EF4-FFF2-40B4-BE49-F238E27FC236}">
                    <a16:creationId xmlns:a16="http://schemas.microsoft.com/office/drawing/2014/main" id="{752A3EB3-B28B-D0BC-BDF4-207F9691872A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Shape 16">
                <a:extLst>
                  <a:ext uri="{FF2B5EF4-FFF2-40B4-BE49-F238E27FC236}">
                    <a16:creationId xmlns:a16="http://schemas.microsoft.com/office/drawing/2014/main" id="{E3EB238C-6E29-635F-818A-2F53AFE72BCF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16E798C7-D167-6CBF-BF96-30D234A7113E}"/>
                </a:ext>
              </a:extLst>
            </p:cNvPr>
            <p:cNvGrpSpPr/>
            <p:nvPr/>
          </p:nvGrpSpPr>
          <p:grpSpPr>
            <a:xfrm>
              <a:off x="3745635" y="4346488"/>
              <a:ext cx="136481" cy="127125"/>
              <a:chOff x="1874520" y="1444752"/>
              <a:chExt cx="182880" cy="182880"/>
            </a:xfrm>
          </p:grpSpPr>
          <p:sp>
            <p:nvSpPr>
              <p:cNvPr id="364" name="Shape 23">
                <a:extLst>
                  <a:ext uri="{FF2B5EF4-FFF2-40B4-BE49-F238E27FC236}">
                    <a16:creationId xmlns:a16="http://schemas.microsoft.com/office/drawing/2014/main" id="{AA034F28-B2D3-25ED-AA2A-0962A66C5708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AE8E3"/>
              </a:solidFill>
              <a:ln w="9525">
                <a:solidFill>
                  <a:srgbClr val="DC4B1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" name="Shape 24">
                <a:extLst>
                  <a:ext uri="{FF2B5EF4-FFF2-40B4-BE49-F238E27FC236}">
                    <a16:creationId xmlns:a16="http://schemas.microsoft.com/office/drawing/2014/main" id="{B788A94E-1899-73F5-FE82-9E096B33BE3F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DC4B1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6328153E-4CB2-D6CB-346A-A93F0201330A}"/>
                </a:ext>
              </a:extLst>
            </p:cNvPr>
            <p:cNvGrpSpPr/>
            <p:nvPr/>
          </p:nvGrpSpPr>
          <p:grpSpPr>
            <a:xfrm>
              <a:off x="3849631" y="4579181"/>
              <a:ext cx="150129" cy="139837"/>
              <a:chOff x="1225296" y="1527048"/>
              <a:chExt cx="201168" cy="201168"/>
            </a:xfrm>
          </p:grpSpPr>
          <p:sp>
            <p:nvSpPr>
              <p:cNvPr id="356" name="Shape 15">
                <a:extLst>
                  <a:ext uri="{FF2B5EF4-FFF2-40B4-BE49-F238E27FC236}">
                    <a16:creationId xmlns:a16="http://schemas.microsoft.com/office/drawing/2014/main" id="{7C588529-72A2-3CA2-8347-7CE221047851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7" name="Shape 16">
                <a:extLst>
                  <a:ext uri="{FF2B5EF4-FFF2-40B4-BE49-F238E27FC236}">
                    <a16:creationId xmlns:a16="http://schemas.microsoft.com/office/drawing/2014/main" id="{901236CE-B583-A6AE-6AFB-49233792A522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9D7B8BAE-68C7-2F68-B672-C7B544820E22}"/>
                </a:ext>
              </a:extLst>
            </p:cNvPr>
            <p:cNvGrpSpPr/>
            <p:nvPr/>
          </p:nvGrpSpPr>
          <p:grpSpPr>
            <a:xfrm>
              <a:off x="3225924" y="4476784"/>
              <a:ext cx="150129" cy="139837"/>
              <a:chOff x="1225296" y="1527048"/>
              <a:chExt cx="201168" cy="201168"/>
            </a:xfrm>
          </p:grpSpPr>
          <p:sp>
            <p:nvSpPr>
              <p:cNvPr id="354" name="Shape 15">
                <a:extLst>
                  <a:ext uri="{FF2B5EF4-FFF2-40B4-BE49-F238E27FC236}">
                    <a16:creationId xmlns:a16="http://schemas.microsoft.com/office/drawing/2014/main" id="{57C3DD55-DFFB-6AC5-E346-AA13D93BCDFC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Shape 16">
                <a:extLst>
                  <a:ext uri="{FF2B5EF4-FFF2-40B4-BE49-F238E27FC236}">
                    <a16:creationId xmlns:a16="http://schemas.microsoft.com/office/drawing/2014/main" id="{F98F6E4C-CAF8-416B-A3F9-C7CFE8FB6CA5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2A0A3260-B236-5287-E574-0A65426EEE88}"/>
                </a:ext>
              </a:extLst>
            </p:cNvPr>
            <p:cNvGrpSpPr/>
            <p:nvPr/>
          </p:nvGrpSpPr>
          <p:grpSpPr>
            <a:xfrm>
              <a:off x="4009096" y="4312572"/>
              <a:ext cx="150129" cy="143298"/>
              <a:chOff x="7067843" y="717976"/>
              <a:chExt cx="201168" cy="206147"/>
            </a:xfrm>
          </p:grpSpPr>
          <p:sp>
            <p:nvSpPr>
              <p:cNvPr id="350" name="Shape 71">
                <a:extLst>
                  <a:ext uri="{FF2B5EF4-FFF2-40B4-BE49-F238E27FC236}">
                    <a16:creationId xmlns:a16="http://schemas.microsoft.com/office/drawing/2014/main" id="{BBC323C6-FC67-E20D-89FF-B83AB1CC241A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51" name="Shape 72">
                <a:extLst>
                  <a:ext uri="{FF2B5EF4-FFF2-40B4-BE49-F238E27FC236}">
                    <a16:creationId xmlns:a16="http://schemas.microsoft.com/office/drawing/2014/main" id="{A666DF45-97A6-510E-083A-329FC928ADCE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03B9D047-FD13-E355-5C7A-3E43EE6442A9}"/>
                </a:ext>
              </a:extLst>
            </p:cNvPr>
            <p:cNvGrpSpPr/>
            <p:nvPr/>
          </p:nvGrpSpPr>
          <p:grpSpPr>
            <a:xfrm>
              <a:off x="3590528" y="4102904"/>
              <a:ext cx="150129" cy="143298"/>
              <a:chOff x="7067843" y="717976"/>
              <a:chExt cx="201168" cy="206147"/>
            </a:xfrm>
          </p:grpSpPr>
          <p:sp>
            <p:nvSpPr>
              <p:cNvPr id="348" name="Shape 71">
                <a:extLst>
                  <a:ext uri="{FF2B5EF4-FFF2-40B4-BE49-F238E27FC236}">
                    <a16:creationId xmlns:a16="http://schemas.microsoft.com/office/drawing/2014/main" id="{2014D82F-EC70-99DF-4BDA-98461A49453F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9" name="Shape 72">
                <a:extLst>
                  <a:ext uri="{FF2B5EF4-FFF2-40B4-BE49-F238E27FC236}">
                    <a16:creationId xmlns:a16="http://schemas.microsoft.com/office/drawing/2014/main" id="{01A08BF2-9674-42CD-694F-271E00380799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A826986D-36FC-0866-B8EF-DF9621AA75E8}"/>
                </a:ext>
              </a:extLst>
            </p:cNvPr>
            <p:cNvGrpSpPr/>
            <p:nvPr/>
          </p:nvGrpSpPr>
          <p:grpSpPr>
            <a:xfrm>
              <a:off x="3874433" y="4039942"/>
              <a:ext cx="150129" cy="143298"/>
              <a:chOff x="7067843" y="717976"/>
              <a:chExt cx="201168" cy="206147"/>
            </a:xfrm>
          </p:grpSpPr>
          <p:sp>
            <p:nvSpPr>
              <p:cNvPr id="346" name="Shape 71">
                <a:extLst>
                  <a:ext uri="{FF2B5EF4-FFF2-40B4-BE49-F238E27FC236}">
                    <a16:creationId xmlns:a16="http://schemas.microsoft.com/office/drawing/2014/main" id="{8A4F341A-8E09-B1F1-9A54-9AB76B4A7F5A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7" name="Shape 72">
                <a:extLst>
                  <a:ext uri="{FF2B5EF4-FFF2-40B4-BE49-F238E27FC236}">
                    <a16:creationId xmlns:a16="http://schemas.microsoft.com/office/drawing/2014/main" id="{8BCE2C61-7FC7-39E8-00B6-4EFAA4BEB4B2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FE023D18-3E7F-301A-AFCC-F6F292CAED1C}"/>
                </a:ext>
              </a:extLst>
            </p:cNvPr>
            <p:cNvGrpSpPr/>
            <p:nvPr/>
          </p:nvGrpSpPr>
          <p:grpSpPr>
            <a:xfrm>
              <a:off x="3537729" y="3884716"/>
              <a:ext cx="150129" cy="143298"/>
              <a:chOff x="7067843" y="717976"/>
              <a:chExt cx="201168" cy="206147"/>
            </a:xfrm>
          </p:grpSpPr>
          <p:sp>
            <p:nvSpPr>
              <p:cNvPr id="344" name="Shape 71">
                <a:extLst>
                  <a:ext uri="{FF2B5EF4-FFF2-40B4-BE49-F238E27FC236}">
                    <a16:creationId xmlns:a16="http://schemas.microsoft.com/office/drawing/2014/main" id="{BAD4C809-1505-154F-8AB4-626D164A2FC9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5" name="Shape 72">
                <a:extLst>
                  <a:ext uri="{FF2B5EF4-FFF2-40B4-BE49-F238E27FC236}">
                    <a16:creationId xmlns:a16="http://schemas.microsoft.com/office/drawing/2014/main" id="{2D59A206-25DC-FF01-E617-149B27F9A27D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EBF49FF0-7BE2-11A8-8078-A1EFAD189989}"/>
                </a:ext>
              </a:extLst>
            </p:cNvPr>
            <p:cNvGrpSpPr/>
            <p:nvPr/>
          </p:nvGrpSpPr>
          <p:grpSpPr>
            <a:xfrm>
              <a:off x="3182631" y="4120907"/>
              <a:ext cx="136481" cy="127125"/>
              <a:chOff x="1874520" y="1444752"/>
              <a:chExt cx="182880" cy="182880"/>
            </a:xfrm>
          </p:grpSpPr>
          <p:sp>
            <p:nvSpPr>
              <p:cNvPr id="342" name="Shape 23">
                <a:extLst>
                  <a:ext uri="{FF2B5EF4-FFF2-40B4-BE49-F238E27FC236}">
                    <a16:creationId xmlns:a16="http://schemas.microsoft.com/office/drawing/2014/main" id="{5E139976-E56E-B369-2793-7B45B07CA1EE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AE8E3"/>
              </a:solidFill>
              <a:ln w="9525">
                <a:solidFill>
                  <a:srgbClr val="DC4B1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Shape 24">
                <a:extLst>
                  <a:ext uri="{FF2B5EF4-FFF2-40B4-BE49-F238E27FC236}">
                    <a16:creationId xmlns:a16="http://schemas.microsoft.com/office/drawing/2014/main" id="{E90DB3D5-0FBC-F23B-A6D7-9A31EDC70250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DC4B1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8" name="Group 327">
              <a:extLst>
                <a:ext uri="{FF2B5EF4-FFF2-40B4-BE49-F238E27FC236}">
                  <a16:creationId xmlns:a16="http://schemas.microsoft.com/office/drawing/2014/main" id="{C292E525-C8FD-BA2B-5D07-FD48454C8F5B}"/>
                </a:ext>
              </a:extLst>
            </p:cNvPr>
            <p:cNvGrpSpPr/>
            <p:nvPr/>
          </p:nvGrpSpPr>
          <p:grpSpPr>
            <a:xfrm>
              <a:off x="3590528" y="4551214"/>
              <a:ext cx="150129" cy="139837"/>
              <a:chOff x="1225296" y="1527048"/>
              <a:chExt cx="201168" cy="201168"/>
            </a:xfrm>
          </p:grpSpPr>
          <p:sp>
            <p:nvSpPr>
              <p:cNvPr id="332" name="Shape 15">
                <a:extLst>
                  <a:ext uri="{FF2B5EF4-FFF2-40B4-BE49-F238E27FC236}">
                    <a16:creationId xmlns:a16="http://schemas.microsoft.com/office/drawing/2014/main" id="{4F7145B9-5D49-6E63-39C6-81583E71324E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3" name="Shape 16">
                <a:extLst>
                  <a:ext uri="{FF2B5EF4-FFF2-40B4-BE49-F238E27FC236}">
                    <a16:creationId xmlns:a16="http://schemas.microsoft.com/office/drawing/2014/main" id="{C735F017-754C-D60D-75BD-F97D835B3E17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45B1AA52-37A2-BBBB-1C1D-5EEB238E7035}"/>
                </a:ext>
              </a:extLst>
            </p:cNvPr>
            <p:cNvGrpSpPr/>
            <p:nvPr/>
          </p:nvGrpSpPr>
          <p:grpSpPr>
            <a:xfrm>
              <a:off x="4152655" y="4496903"/>
              <a:ext cx="150129" cy="143298"/>
              <a:chOff x="7067843" y="717976"/>
              <a:chExt cx="201168" cy="206147"/>
            </a:xfrm>
          </p:grpSpPr>
          <p:sp>
            <p:nvSpPr>
              <p:cNvPr id="330" name="Shape 71">
                <a:extLst>
                  <a:ext uri="{FF2B5EF4-FFF2-40B4-BE49-F238E27FC236}">
                    <a16:creationId xmlns:a16="http://schemas.microsoft.com/office/drawing/2014/main" id="{90F916C6-6BDE-1C01-A0A7-434E3E7541DC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31" name="Shape 72">
                <a:extLst>
                  <a:ext uri="{FF2B5EF4-FFF2-40B4-BE49-F238E27FC236}">
                    <a16:creationId xmlns:a16="http://schemas.microsoft.com/office/drawing/2014/main" id="{EEB37BF7-7413-19F5-5B65-E677863D6EE6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6BDA7FA1-C538-4734-6E24-9787A58CFC40}"/>
                </a:ext>
              </a:extLst>
            </p:cNvPr>
            <p:cNvGrpSpPr/>
            <p:nvPr/>
          </p:nvGrpSpPr>
          <p:grpSpPr>
            <a:xfrm>
              <a:off x="4159225" y="4055737"/>
              <a:ext cx="150129" cy="143298"/>
              <a:chOff x="7067843" y="717976"/>
              <a:chExt cx="201168" cy="206147"/>
            </a:xfrm>
          </p:grpSpPr>
          <p:sp>
            <p:nvSpPr>
              <p:cNvPr id="133" name="Shape 71">
                <a:extLst>
                  <a:ext uri="{FF2B5EF4-FFF2-40B4-BE49-F238E27FC236}">
                    <a16:creationId xmlns:a16="http://schemas.microsoft.com/office/drawing/2014/main" id="{D6C443CE-DD41-BE1C-7E95-CACA58190A1C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4" name="Shape 72">
                <a:extLst>
                  <a:ext uri="{FF2B5EF4-FFF2-40B4-BE49-F238E27FC236}">
                    <a16:creationId xmlns:a16="http://schemas.microsoft.com/office/drawing/2014/main" id="{2998C28F-FEF3-9A4F-F586-62B19EE538AC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D4D29F0-CD60-AF47-DD8B-79F735CD6B6B}"/>
              </a:ext>
            </a:extLst>
          </p:cNvPr>
          <p:cNvGrpSpPr/>
          <p:nvPr/>
        </p:nvGrpSpPr>
        <p:grpSpPr>
          <a:xfrm>
            <a:off x="5940799" y="2350733"/>
            <a:ext cx="1146344" cy="834302"/>
            <a:chOff x="4417778" y="4005680"/>
            <a:chExt cx="1146344" cy="834302"/>
          </a:xfrm>
        </p:grpSpPr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2790B2F5-9EFF-91EB-ECD6-57ECD6939391}"/>
                </a:ext>
              </a:extLst>
            </p:cNvPr>
            <p:cNvGrpSpPr/>
            <p:nvPr/>
          </p:nvGrpSpPr>
          <p:grpSpPr>
            <a:xfrm>
              <a:off x="4712149" y="4398818"/>
              <a:ext cx="150129" cy="139837"/>
              <a:chOff x="1225296" y="1527048"/>
              <a:chExt cx="201168" cy="201168"/>
            </a:xfrm>
          </p:grpSpPr>
          <p:sp>
            <p:nvSpPr>
              <p:cNvPr id="219" name="Shape 15">
                <a:extLst>
                  <a:ext uri="{FF2B5EF4-FFF2-40B4-BE49-F238E27FC236}">
                    <a16:creationId xmlns:a16="http://schemas.microsoft.com/office/drawing/2014/main" id="{37CB4B3C-BBFA-0C36-9978-CDD1660E9B79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Shape 16">
                <a:extLst>
                  <a:ext uri="{FF2B5EF4-FFF2-40B4-BE49-F238E27FC236}">
                    <a16:creationId xmlns:a16="http://schemas.microsoft.com/office/drawing/2014/main" id="{FBE5FA3B-5C0C-8B10-3A2F-A2D26563445B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82A06E96-AFE5-8F0C-75BC-FAEB609ADB7C}"/>
                </a:ext>
              </a:extLst>
            </p:cNvPr>
            <p:cNvGrpSpPr/>
            <p:nvPr/>
          </p:nvGrpSpPr>
          <p:grpSpPr>
            <a:xfrm>
              <a:off x="5000403" y="4467452"/>
              <a:ext cx="136481" cy="127125"/>
              <a:chOff x="1874520" y="1444752"/>
              <a:chExt cx="182880" cy="182880"/>
            </a:xfrm>
          </p:grpSpPr>
          <p:sp>
            <p:nvSpPr>
              <p:cNvPr id="217" name="Shape 23">
                <a:extLst>
                  <a:ext uri="{FF2B5EF4-FFF2-40B4-BE49-F238E27FC236}">
                    <a16:creationId xmlns:a16="http://schemas.microsoft.com/office/drawing/2014/main" id="{F6671689-1E27-3DBA-BC44-091814D59787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AE8E3"/>
              </a:solidFill>
              <a:ln w="9525">
                <a:solidFill>
                  <a:srgbClr val="DC4B1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Shape 24">
                <a:extLst>
                  <a:ext uri="{FF2B5EF4-FFF2-40B4-BE49-F238E27FC236}">
                    <a16:creationId xmlns:a16="http://schemas.microsoft.com/office/drawing/2014/main" id="{A47E33A5-FD66-7871-9AEF-656184227637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DC4B1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537DEDA6-3424-5220-80B7-31D62DE43FC2}"/>
                </a:ext>
              </a:extLst>
            </p:cNvPr>
            <p:cNvGrpSpPr/>
            <p:nvPr/>
          </p:nvGrpSpPr>
          <p:grpSpPr>
            <a:xfrm>
              <a:off x="5104399" y="4700145"/>
              <a:ext cx="150129" cy="139837"/>
              <a:chOff x="1225296" y="1527048"/>
              <a:chExt cx="201168" cy="201168"/>
            </a:xfrm>
          </p:grpSpPr>
          <p:sp>
            <p:nvSpPr>
              <p:cNvPr id="215" name="Shape 15">
                <a:extLst>
                  <a:ext uri="{FF2B5EF4-FFF2-40B4-BE49-F238E27FC236}">
                    <a16:creationId xmlns:a16="http://schemas.microsoft.com/office/drawing/2014/main" id="{1934AC94-A97D-AF16-FEBE-5AB56C06EC36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Shape 16">
                <a:extLst>
                  <a:ext uri="{FF2B5EF4-FFF2-40B4-BE49-F238E27FC236}">
                    <a16:creationId xmlns:a16="http://schemas.microsoft.com/office/drawing/2014/main" id="{69ADF84E-7C25-0076-9632-C2C182294D41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7A576956-475A-25E7-0A61-DC4460C74B60}"/>
                </a:ext>
              </a:extLst>
            </p:cNvPr>
            <p:cNvGrpSpPr/>
            <p:nvPr/>
          </p:nvGrpSpPr>
          <p:grpSpPr>
            <a:xfrm>
              <a:off x="4480692" y="4597748"/>
              <a:ext cx="150129" cy="139837"/>
              <a:chOff x="1225296" y="1527048"/>
              <a:chExt cx="201168" cy="201168"/>
            </a:xfrm>
          </p:grpSpPr>
          <p:sp>
            <p:nvSpPr>
              <p:cNvPr id="213" name="Shape 15">
                <a:extLst>
                  <a:ext uri="{FF2B5EF4-FFF2-40B4-BE49-F238E27FC236}">
                    <a16:creationId xmlns:a16="http://schemas.microsoft.com/office/drawing/2014/main" id="{943C4D43-561A-7DE3-56A0-1BFE71DBDCAD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Shape 16">
                <a:extLst>
                  <a:ext uri="{FF2B5EF4-FFF2-40B4-BE49-F238E27FC236}">
                    <a16:creationId xmlns:a16="http://schemas.microsoft.com/office/drawing/2014/main" id="{A5ACCB96-9BE9-3DE7-322F-FBDBD648D593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02CC4A93-AB9C-34CD-6E24-3CF1D45B57E2}"/>
                </a:ext>
              </a:extLst>
            </p:cNvPr>
            <p:cNvGrpSpPr/>
            <p:nvPr/>
          </p:nvGrpSpPr>
          <p:grpSpPr>
            <a:xfrm>
              <a:off x="5263864" y="4433536"/>
              <a:ext cx="150129" cy="143298"/>
              <a:chOff x="7067843" y="717976"/>
              <a:chExt cx="201168" cy="206147"/>
            </a:xfrm>
          </p:grpSpPr>
          <p:sp>
            <p:nvSpPr>
              <p:cNvPr id="211" name="Shape 71">
                <a:extLst>
                  <a:ext uri="{FF2B5EF4-FFF2-40B4-BE49-F238E27FC236}">
                    <a16:creationId xmlns:a16="http://schemas.microsoft.com/office/drawing/2014/main" id="{9C56EC6E-DE77-0C83-9FF6-A03E2BF46F6C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2" name="Shape 72">
                <a:extLst>
                  <a:ext uri="{FF2B5EF4-FFF2-40B4-BE49-F238E27FC236}">
                    <a16:creationId xmlns:a16="http://schemas.microsoft.com/office/drawing/2014/main" id="{ECEA4EB9-34D7-1509-115F-81A2F899F1AF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72550B91-BA95-F1CE-AEBB-343FA74E1DCF}"/>
                </a:ext>
              </a:extLst>
            </p:cNvPr>
            <p:cNvGrpSpPr/>
            <p:nvPr/>
          </p:nvGrpSpPr>
          <p:grpSpPr>
            <a:xfrm>
              <a:off x="4845296" y="4223868"/>
              <a:ext cx="150129" cy="143298"/>
              <a:chOff x="7067843" y="717976"/>
              <a:chExt cx="201168" cy="206147"/>
            </a:xfrm>
          </p:grpSpPr>
          <p:sp>
            <p:nvSpPr>
              <p:cNvPr id="179" name="Shape 71">
                <a:extLst>
                  <a:ext uri="{FF2B5EF4-FFF2-40B4-BE49-F238E27FC236}">
                    <a16:creationId xmlns:a16="http://schemas.microsoft.com/office/drawing/2014/main" id="{45633C5C-8D29-7E5D-4F80-B0E7EB56A1CE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99" name="Shape 72">
                <a:extLst>
                  <a:ext uri="{FF2B5EF4-FFF2-40B4-BE49-F238E27FC236}">
                    <a16:creationId xmlns:a16="http://schemas.microsoft.com/office/drawing/2014/main" id="{C8126350-F6E1-9119-F0DA-5FCB8CB2A158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0FBF21F0-1808-2A6D-9385-76FA472BA363}"/>
                </a:ext>
              </a:extLst>
            </p:cNvPr>
            <p:cNvGrpSpPr/>
            <p:nvPr/>
          </p:nvGrpSpPr>
          <p:grpSpPr>
            <a:xfrm>
              <a:off x="5129201" y="4160906"/>
              <a:ext cx="150129" cy="143298"/>
              <a:chOff x="7067843" y="717976"/>
              <a:chExt cx="201168" cy="206147"/>
            </a:xfrm>
          </p:grpSpPr>
          <p:sp>
            <p:nvSpPr>
              <p:cNvPr id="177" name="Shape 71">
                <a:extLst>
                  <a:ext uri="{FF2B5EF4-FFF2-40B4-BE49-F238E27FC236}">
                    <a16:creationId xmlns:a16="http://schemas.microsoft.com/office/drawing/2014/main" id="{57B8834F-1292-A9C9-E6F4-8230533DD357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8" name="Shape 72">
                <a:extLst>
                  <a:ext uri="{FF2B5EF4-FFF2-40B4-BE49-F238E27FC236}">
                    <a16:creationId xmlns:a16="http://schemas.microsoft.com/office/drawing/2014/main" id="{3D2756C7-5135-684B-6F84-D468F0CD7575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401919C3-FA8D-A341-D35D-63A587FA79E2}"/>
                </a:ext>
              </a:extLst>
            </p:cNvPr>
            <p:cNvGrpSpPr/>
            <p:nvPr/>
          </p:nvGrpSpPr>
          <p:grpSpPr>
            <a:xfrm>
              <a:off x="4792497" y="4005680"/>
              <a:ext cx="150129" cy="143298"/>
              <a:chOff x="7067843" y="717976"/>
              <a:chExt cx="201168" cy="206147"/>
            </a:xfrm>
          </p:grpSpPr>
          <p:sp>
            <p:nvSpPr>
              <p:cNvPr id="175" name="Shape 71">
                <a:extLst>
                  <a:ext uri="{FF2B5EF4-FFF2-40B4-BE49-F238E27FC236}">
                    <a16:creationId xmlns:a16="http://schemas.microsoft.com/office/drawing/2014/main" id="{ABAC8FB9-979A-8ADF-E04F-297B16C07904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6" name="Shape 72">
                <a:extLst>
                  <a:ext uri="{FF2B5EF4-FFF2-40B4-BE49-F238E27FC236}">
                    <a16:creationId xmlns:a16="http://schemas.microsoft.com/office/drawing/2014/main" id="{BF7D4B27-661B-0B63-7A53-DF7979D2F6C0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807E6AF0-A093-8A85-45EE-88DE74B6E41C}"/>
                </a:ext>
              </a:extLst>
            </p:cNvPr>
            <p:cNvGrpSpPr/>
            <p:nvPr/>
          </p:nvGrpSpPr>
          <p:grpSpPr>
            <a:xfrm>
              <a:off x="4437399" y="4241871"/>
              <a:ext cx="136481" cy="127125"/>
              <a:chOff x="1874520" y="1444752"/>
              <a:chExt cx="182880" cy="182880"/>
            </a:xfrm>
          </p:grpSpPr>
          <p:sp>
            <p:nvSpPr>
              <p:cNvPr id="165" name="Shape 23">
                <a:extLst>
                  <a:ext uri="{FF2B5EF4-FFF2-40B4-BE49-F238E27FC236}">
                    <a16:creationId xmlns:a16="http://schemas.microsoft.com/office/drawing/2014/main" id="{FA3DB74C-9AF1-0E3A-8967-B71A2489CFBA}"/>
                  </a:ext>
                </a:extLst>
              </p:cNvPr>
              <p:cNvSpPr/>
              <p:nvPr/>
            </p:nvSpPr>
            <p:spPr>
              <a:xfrm>
                <a:off x="1874520" y="1444752"/>
                <a:ext cx="182880" cy="182880"/>
              </a:xfrm>
              <a:prstGeom prst="ellipse">
                <a:avLst/>
              </a:prstGeom>
              <a:solidFill>
                <a:srgbClr val="FAE8E3"/>
              </a:solidFill>
              <a:ln w="9525">
                <a:solidFill>
                  <a:srgbClr val="DC4B1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Shape 24">
                <a:extLst>
                  <a:ext uri="{FF2B5EF4-FFF2-40B4-BE49-F238E27FC236}">
                    <a16:creationId xmlns:a16="http://schemas.microsoft.com/office/drawing/2014/main" id="{052150C1-19F5-72E4-6B64-AA02C2B26D87}"/>
                  </a:ext>
                </a:extLst>
              </p:cNvPr>
              <p:cNvSpPr/>
              <p:nvPr/>
            </p:nvSpPr>
            <p:spPr>
              <a:xfrm>
                <a:off x="1929384" y="1499616"/>
                <a:ext cx="73152" cy="73152"/>
              </a:xfrm>
              <a:prstGeom prst="ellipse">
                <a:avLst/>
              </a:prstGeom>
              <a:solidFill>
                <a:srgbClr val="DC4B1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57436BF9-6003-A762-9EE6-17A1796775DB}"/>
                </a:ext>
              </a:extLst>
            </p:cNvPr>
            <p:cNvGrpSpPr/>
            <p:nvPr/>
          </p:nvGrpSpPr>
          <p:grpSpPr>
            <a:xfrm>
              <a:off x="4417778" y="4232555"/>
              <a:ext cx="162307" cy="148115"/>
              <a:chOff x="2752253" y="2670772"/>
              <a:chExt cx="218792" cy="256515"/>
            </a:xfrm>
          </p:grpSpPr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8B890E26-2E89-5970-0EBE-BCA6FEBF60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C6254783-B5F4-52A1-EE50-0539A132EA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8349364D-D66F-2CF6-05AC-6E030BD8C8DE}"/>
                </a:ext>
              </a:extLst>
            </p:cNvPr>
            <p:cNvGrpSpPr/>
            <p:nvPr/>
          </p:nvGrpSpPr>
          <p:grpSpPr>
            <a:xfrm>
              <a:off x="4974501" y="4451602"/>
              <a:ext cx="162307" cy="148115"/>
              <a:chOff x="2752253" y="2670772"/>
              <a:chExt cx="218792" cy="256515"/>
            </a:xfrm>
          </p:grpSpPr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59AA00C0-9B26-499D-857F-6C01355B23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475E2102-CE4A-65C9-0A22-508F54A35B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52253" y="2670772"/>
                <a:ext cx="218792" cy="256515"/>
              </a:xfrm>
              <a:prstGeom prst="line">
                <a:avLst/>
              </a:prstGeom>
              <a:ln w="25400" cmpd="sng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1FF52893-092F-EA21-CBF1-D93EAFC1984E}"/>
                </a:ext>
              </a:extLst>
            </p:cNvPr>
            <p:cNvGrpSpPr/>
            <p:nvPr/>
          </p:nvGrpSpPr>
          <p:grpSpPr>
            <a:xfrm>
              <a:off x="4845296" y="4672178"/>
              <a:ext cx="150129" cy="139837"/>
              <a:chOff x="1225296" y="1527048"/>
              <a:chExt cx="201168" cy="201168"/>
            </a:xfrm>
          </p:grpSpPr>
          <p:sp>
            <p:nvSpPr>
              <p:cNvPr id="158" name="Shape 15">
                <a:extLst>
                  <a:ext uri="{FF2B5EF4-FFF2-40B4-BE49-F238E27FC236}">
                    <a16:creationId xmlns:a16="http://schemas.microsoft.com/office/drawing/2014/main" id="{ECB44F24-98E1-9080-D6ED-E3212BAB33ED}"/>
                  </a:ext>
                </a:extLst>
              </p:cNvPr>
              <p:cNvSpPr/>
              <p:nvPr/>
            </p:nvSpPr>
            <p:spPr>
              <a:xfrm>
                <a:off x="1225296" y="1527048"/>
                <a:ext cx="201168" cy="201168"/>
              </a:xfrm>
              <a:prstGeom prst="ellipse">
                <a:avLst/>
              </a:prstGeom>
              <a:solidFill>
                <a:srgbClr val="E8E7F5"/>
              </a:solidFill>
              <a:ln w="9525">
                <a:solidFill>
                  <a:srgbClr val="2E258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Shape 16">
                <a:extLst>
                  <a:ext uri="{FF2B5EF4-FFF2-40B4-BE49-F238E27FC236}">
                    <a16:creationId xmlns:a16="http://schemas.microsoft.com/office/drawing/2014/main" id="{3421D34E-3A49-EA5C-08EB-CC495A763F80}"/>
                  </a:ext>
                </a:extLst>
              </p:cNvPr>
              <p:cNvSpPr/>
              <p:nvPr/>
            </p:nvSpPr>
            <p:spPr>
              <a:xfrm>
                <a:off x="1285646" y="1587398"/>
                <a:ext cx="80467" cy="80467"/>
              </a:xfrm>
              <a:prstGeom prst="ellipse">
                <a:avLst/>
              </a:prstGeom>
              <a:solidFill>
                <a:srgbClr val="2E2585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5285D054-9543-85A2-517C-D754106647BD}"/>
                </a:ext>
              </a:extLst>
            </p:cNvPr>
            <p:cNvGrpSpPr/>
            <p:nvPr/>
          </p:nvGrpSpPr>
          <p:grpSpPr>
            <a:xfrm>
              <a:off x="5407423" y="4617867"/>
              <a:ext cx="150129" cy="143298"/>
              <a:chOff x="7067843" y="717976"/>
              <a:chExt cx="201168" cy="206147"/>
            </a:xfrm>
          </p:grpSpPr>
          <p:sp>
            <p:nvSpPr>
              <p:cNvPr id="156" name="Shape 71">
                <a:extLst>
                  <a:ext uri="{FF2B5EF4-FFF2-40B4-BE49-F238E27FC236}">
                    <a16:creationId xmlns:a16="http://schemas.microsoft.com/office/drawing/2014/main" id="{7B9A95FC-8A59-4C08-0542-2D0A54073C17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7" name="Shape 72">
                <a:extLst>
                  <a:ext uri="{FF2B5EF4-FFF2-40B4-BE49-F238E27FC236}">
                    <a16:creationId xmlns:a16="http://schemas.microsoft.com/office/drawing/2014/main" id="{91D6A526-14AB-27D2-B38D-542B5D09AFC8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C1C880A8-43FC-894A-136F-59CA3EEDABB9}"/>
                </a:ext>
              </a:extLst>
            </p:cNvPr>
            <p:cNvGrpSpPr/>
            <p:nvPr/>
          </p:nvGrpSpPr>
          <p:grpSpPr>
            <a:xfrm>
              <a:off x="5413993" y="4176701"/>
              <a:ext cx="150129" cy="143298"/>
              <a:chOff x="7067843" y="717976"/>
              <a:chExt cx="201168" cy="206147"/>
            </a:xfrm>
          </p:grpSpPr>
          <p:sp>
            <p:nvSpPr>
              <p:cNvPr id="154" name="Shape 71">
                <a:extLst>
                  <a:ext uri="{FF2B5EF4-FFF2-40B4-BE49-F238E27FC236}">
                    <a16:creationId xmlns:a16="http://schemas.microsoft.com/office/drawing/2014/main" id="{E5B9A8C0-0DCD-A341-28A3-09800D34B01E}"/>
                  </a:ext>
                </a:extLst>
              </p:cNvPr>
              <p:cNvSpPr/>
              <p:nvPr/>
            </p:nvSpPr>
            <p:spPr>
              <a:xfrm>
                <a:off x="7067843" y="717976"/>
                <a:ext cx="201168" cy="206147"/>
              </a:xfrm>
              <a:prstGeom prst="ellipse">
                <a:avLst/>
              </a:prstGeom>
              <a:solidFill>
                <a:srgbClr val="F9E0EE"/>
              </a:solidFill>
              <a:ln w="22225">
                <a:solidFill>
                  <a:srgbClr val="C0156E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5" name="Shape 72">
                <a:extLst>
                  <a:ext uri="{FF2B5EF4-FFF2-40B4-BE49-F238E27FC236}">
                    <a16:creationId xmlns:a16="http://schemas.microsoft.com/office/drawing/2014/main" id="{B663E185-185C-2B7F-C996-AA85C6439A75}"/>
                  </a:ext>
                </a:extLst>
              </p:cNvPr>
              <p:cNvSpPr/>
              <p:nvPr/>
            </p:nvSpPr>
            <p:spPr>
              <a:xfrm>
                <a:off x="7128525" y="770321"/>
                <a:ext cx="80467" cy="82459"/>
              </a:xfrm>
              <a:prstGeom prst="ellipse">
                <a:avLst/>
              </a:prstGeom>
              <a:solidFill>
                <a:srgbClr val="C0156E">
                  <a:alpha val="50000"/>
                </a:srgbClr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01796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208</Words>
  <Application>Microsoft Macintosh PowerPoint</Application>
  <PresentationFormat>On-screen Show (16:9)</PresentationFormat>
  <Paragraphs>68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EcoEvoSim simulation loop</dc:title>
  <dc:subject>PptxGenJS Presentation</dc:subject>
  <dc:creator>PptxGenJS</dc:creator>
  <cp:lastModifiedBy>Yi Dong</cp:lastModifiedBy>
  <cp:revision>186</cp:revision>
  <dcterms:created xsi:type="dcterms:W3CDTF">2026-06-16T00:22:31Z</dcterms:created>
  <dcterms:modified xsi:type="dcterms:W3CDTF">2026-06-30T23:06:38Z</dcterms:modified>
</cp:coreProperties>
</file>